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77" r:id="rId2"/>
    <p:sldId id="274" r:id="rId3"/>
    <p:sldId id="278" r:id="rId4"/>
    <p:sldId id="284" r:id="rId5"/>
    <p:sldId id="299" r:id="rId6"/>
    <p:sldId id="286" r:id="rId7"/>
    <p:sldId id="289" r:id="rId8"/>
    <p:sldId id="285" r:id="rId9"/>
    <p:sldId id="290" r:id="rId10"/>
    <p:sldId id="291" r:id="rId11"/>
    <p:sldId id="292" r:id="rId12"/>
    <p:sldId id="300" r:id="rId13"/>
    <p:sldId id="280" r:id="rId14"/>
    <p:sldId id="281" r:id="rId15"/>
    <p:sldId id="294" r:id="rId16"/>
    <p:sldId id="295" r:id="rId17"/>
    <p:sldId id="297" r:id="rId18"/>
    <p:sldId id="296" r:id="rId19"/>
    <p:sldId id="298" r:id="rId20"/>
    <p:sldId id="302" r:id="rId21"/>
    <p:sldId id="301" r:id="rId22"/>
    <p:sldId id="282" r:id="rId23"/>
    <p:sldId id="303" r:id="rId24"/>
    <p:sldId id="283" r:id="rId25"/>
    <p:sldId id="304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263C9-7E88-F7EE-3090-790B01B7F118}" v="27" dt="2025-12-04T19:56:07.393"/>
    <p1510:client id="{57932387-32D5-D645-9F33-B94889AC9469}" v="160" dt="2025-12-05T04:51:00.338"/>
    <p1510:client id="{5F779460-B5ED-FA49-DD2F-BE2B418F57F7}" v="26" dt="2025-12-05T04:37:54.189"/>
    <p1510:client id="{884D0A80-871E-B300-AF45-65E9E7FEC349}" v="284" dt="2025-12-05T02:05:59.561"/>
    <p1510:client id="{88A0E539-5C83-9D98-B049-C99A6E96B262}" v="87" dt="2025-12-04T19:22:34.029"/>
    <p1510:client id="{AF26D094-1D80-4C2E-65EF-3E2227FB6086}" v="75" dt="2025-12-05T04:49:45.769"/>
    <p1510:client id="{EB91F95E-D0A1-EC67-1479-BB85EA0F7870}" v="33" dt="2025-12-05T04:03:59.171"/>
    <p1510:client id="{FE471AA5-5586-39F3-3120-9C97E25954FD}" v="407" dt="2025-12-04T18:56:04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qi Lin" userId="S::lin.anq@northeastern.edu::0abaa260-3526-4801-a1ca-7e2423e20604" providerId="AD" clId="Web-{D37DA4A1-4A25-5C1D-E250-779B3694CE62}"/>
    <pc:docChg chg="addSld delSld modSld">
      <pc:chgData name="Anqi Lin" userId="S::lin.anq@northeastern.edu::0abaa260-3526-4801-a1ca-7e2423e20604" providerId="AD" clId="Web-{D37DA4A1-4A25-5C1D-E250-779B3694CE62}" dt="2025-12-02T21:30:23.669" v="212" actId="20577"/>
      <pc:docMkLst>
        <pc:docMk/>
      </pc:docMkLst>
      <pc:sldChg chg="addSp delSp modSp">
        <pc:chgData name="Anqi Lin" userId="S::lin.anq@northeastern.edu::0abaa260-3526-4801-a1ca-7e2423e20604" providerId="AD" clId="Web-{D37DA4A1-4A25-5C1D-E250-779B3694CE62}" dt="2025-12-02T21:20:55.255" v="47" actId="20577"/>
        <pc:sldMkLst>
          <pc:docMk/>
          <pc:sldMk cId="3777565161" sldId="274"/>
        </pc:sldMkLst>
        <pc:spChg chg="mod">
          <ac:chgData name="Anqi Lin" userId="S::lin.anq@northeastern.edu::0abaa260-3526-4801-a1ca-7e2423e20604" providerId="AD" clId="Web-{D37DA4A1-4A25-5C1D-E250-779B3694CE62}" dt="2025-12-02T21:20:55.255" v="47" actId="20577"/>
          <ac:spMkLst>
            <pc:docMk/>
            <pc:sldMk cId="3777565161" sldId="274"/>
            <ac:spMk id="2" creationId="{BD46B97F-983D-1448-864D-7A51A66B9C88}"/>
          </ac:spMkLst>
        </pc:spChg>
        <pc:spChg chg="mod">
          <ac:chgData name="Anqi Lin" userId="S::lin.anq@northeastern.edu::0abaa260-3526-4801-a1ca-7e2423e20604" providerId="AD" clId="Web-{D37DA4A1-4A25-5C1D-E250-779B3694CE62}" dt="2025-12-02T21:17:46.848" v="8" actId="20577"/>
          <ac:spMkLst>
            <pc:docMk/>
            <pc:sldMk cId="3777565161" sldId="274"/>
            <ac:spMk id="3" creationId="{87F029E3-DEEF-384F-A732-8222993D5F33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0:19.271" v="38" actId="20577"/>
        <pc:sldMkLst>
          <pc:docMk/>
          <pc:sldMk cId="3717243787" sldId="278"/>
        </pc:sldMkLst>
        <pc:spChg chg="mod">
          <ac:chgData name="Anqi Lin" userId="S::lin.anq@northeastern.edu::0abaa260-3526-4801-a1ca-7e2423e20604" providerId="AD" clId="Web-{D37DA4A1-4A25-5C1D-E250-779B3694CE62}" dt="2025-12-02T21:20:19.271" v="38" actId="20577"/>
          <ac:spMkLst>
            <pc:docMk/>
            <pc:sldMk cId="3717243787" sldId="278"/>
            <ac:spMk id="13" creationId="{1990F986-42C3-DAF9-989D-8564E5112D15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8:15.214" v="177"/>
        <pc:sldMkLst>
          <pc:docMk/>
          <pc:sldMk cId="2989287001" sldId="280"/>
        </pc:sldMkLst>
        <pc:spChg chg="mod">
          <ac:chgData name="Anqi Lin" userId="S::lin.anq@northeastern.edu::0abaa260-3526-4801-a1ca-7e2423e20604" providerId="AD" clId="Web-{D37DA4A1-4A25-5C1D-E250-779B3694CE62}" dt="2025-12-02T21:28:15.214" v="177"/>
          <ac:spMkLst>
            <pc:docMk/>
            <pc:sldMk cId="2989287001" sldId="280"/>
            <ac:spMk id="2" creationId="{F9360DBF-EFE5-CE14-2684-4823DECC6583}"/>
          </ac:spMkLst>
        </pc:spChg>
        <pc:spChg chg="mod">
          <ac:chgData name="Anqi Lin" userId="S::lin.anq@northeastern.edu::0abaa260-3526-4801-a1ca-7e2423e20604" providerId="AD" clId="Web-{D37DA4A1-4A25-5C1D-E250-779B3694CE62}" dt="2025-12-02T21:26:16.884" v="151" actId="20577"/>
          <ac:spMkLst>
            <pc:docMk/>
            <pc:sldMk cId="2989287001" sldId="280"/>
            <ac:spMk id="9" creationId="{F80A3D8A-A3F1-BC14-D238-04D0BE4AD2C9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7:28.495" v="168"/>
        <pc:sldMkLst>
          <pc:docMk/>
          <pc:sldMk cId="1073825002" sldId="281"/>
        </pc:sldMkLst>
        <pc:spChg chg="mod">
          <ac:chgData name="Anqi Lin" userId="S::lin.anq@northeastern.edu::0abaa260-3526-4801-a1ca-7e2423e20604" providerId="AD" clId="Web-{D37DA4A1-4A25-5C1D-E250-779B3694CE62}" dt="2025-12-02T21:27:28.495" v="168"/>
          <ac:spMkLst>
            <pc:docMk/>
            <pc:sldMk cId="1073825002" sldId="281"/>
            <ac:spMk id="2" creationId="{A17BF777-8407-E629-811C-89D7EAA22C0F}"/>
          </ac:spMkLst>
        </pc:spChg>
        <pc:spChg chg="mod">
          <ac:chgData name="Anqi Lin" userId="S::lin.anq@northeastern.edu::0abaa260-3526-4801-a1ca-7e2423e20604" providerId="AD" clId="Web-{D37DA4A1-4A25-5C1D-E250-779B3694CE62}" dt="2025-12-02T21:26:58.620" v="160" actId="20577"/>
          <ac:spMkLst>
            <pc:docMk/>
            <pc:sldMk cId="1073825002" sldId="281"/>
            <ac:spMk id="3" creationId="{FD64AE19-FFD6-151A-0C58-95F4BC61BC68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30:10.700" v="207"/>
        <pc:sldMkLst>
          <pc:docMk/>
          <pc:sldMk cId="2929333283" sldId="282"/>
        </pc:sldMkLst>
        <pc:spChg chg="mod">
          <ac:chgData name="Anqi Lin" userId="S::lin.anq@northeastern.edu::0abaa260-3526-4801-a1ca-7e2423e20604" providerId="AD" clId="Web-{D37DA4A1-4A25-5C1D-E250-779B3694CE62}" dt="2025-12-02T21:29:49.231" v="203" actId="20577"/>
          <ac:spMkLst>
            <pc:docMk/>
            <pc:sldMk cId="2929333283" sldId="282"/>
            <ac:spMk id="3" creationId="{5E3D1A49-247A-72C0-FD06-B51E8D085F22}"/>
          </ac:spMkLst>
        </pc:spChg>
        <pc:spChg chg="mod">
          <ac:chgData name="Anqi Lin" userId="S::lin.anq@northeastern.edu::0abaa260-3526-4801-a1ca-7e2423e20604" providerId="AD" clId="Web-{D37DA4A1-4A25-5C1D-E250-779B3694CE62}" dt="2025-12-02T21:29:54.059" v="204"/>
          <ac:spMkLst>
            <pc:docMk/>
            <pc:sldMk cId="2929333283" sldId="282"/>
            <ac:spMk id="6" creationId="{36339988-BAA8-258F-CD80-B7C9CB1E748F}"/>
          </ac:spMkLst>
        </pc:spChg>
        <pc:spChg chg="mod">
          <ac:chgData name="Anqi Lin" userId="S::lin.anq@northeastern.edu::0abaa260-3526-4801-a1ca-7e2423e20604" providerId="AD" clId="Web-{D37DA4A1-4A25-5C1D-E250-779B3694CE62}" dt="2025-12-02T21:29:59.856" v="205"/>
          <ac:spMkLst>
            <pc:docMk/>
            <pc:sldMk cId="2929333283" sldId="282"/>
            <ac:spMk id="10" creationId="{D3400CBA-2D68-B9A2-FA5F-742FFCC540F2}"/>
          </ac:spMkLst>
        </pc:spChg>
        <pc:spChg chg="mod">
          <ac:chgData name="Anqi Lin" userId="S::lin.anq@northeastern.edu::0abaa260-3526-4801-a1ca-7e2423e20604" providerId="AD" clId="Web-{D37DA4A1-4A25-5C1D-E250-779B3694CE62}" dt="2025-12-02T21:30:03.825" v="206"/>
          <ac:spMkLst>
            <pc:docMk/>
            <pc:sldMk cId="2929333283" sldId="282"/>
            <ac:spMk id="11" creationId="{1E6DBC10-E7DD-106F-51AE-2EABEC7DE0AC}"/>
          </ac:spMkLst>
        </pc:spChg>
        <pc:spChg chg="mod">
          <ac:chgData name="Anqi Lin" userId="S::lin.anq@northeastern.edu::0abaa260-3526-4801-a1ca-7e2423e20604" providerId="AD" clId="Web-{D37DA4A1-4A25-5C1D-E250-779B3694CE62}" dt="2025-12-02T21:30:10.700" v="207"/>
          <ac:spMkLst>
            <pc:docMk/>
            <pc:sldMk cId="2929333283" sldId="282"/>
            <ac:spMk id="12" creationId="{EFCB99BA-636B-C70B-30A6-EBF4B15D81DC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30:23.669" v="212" actId="20577"/>
        <pc:sldMkLst>
          <pc:docMk/>
          <pc:sldMk cId="2576190016" sldId="283"/>
        </pc:sldMkLst>
        <pc:spChg chg="mod">
          <ac:chgData name="Anqi Lin" userId="S::lin.anq@northeastern.edu::0abaa260-3526-4801-a1ca-7e2423e20604" providerId="AD" clId="Web-{D37DA4A1-4A25-5C1D-E250-779B3694CE62}" dt="2025-12-02T21:30:20.169" v="210" actId="20577"/>
          <ac:spMkLst>
            <pc:docMk/>
            <pc:sldMk cId="2576190016" sldId="283"/>
            <ac:spMk id="3" creationId="{715F0509-60D9-252A-985B-91FAA2986091}"/>
          </ac:spMkLst>
        </pc:spChg>
        <pc:spChg chg="mod">
          <ac:chgData name="Anqi Lin" userId="S::lin.anq@northeastern.edu::0abaa260-3526-4801-a1ca-7e2423e20604" providerId="AD" clId="Web-{D37DA4A1-4A25-5C1D-E250-779B3694CE62}" dt="2025-12-02T21:30:23.669" v="212" actId="20577"/>
          <ac:spMkLst>
            <pc:docMk/>
            <pc:sldMk cId="2576190016" sldId="283"/>
            <ac:spMk id="11" creationId="{63ACD8E4-6A5A-478B-BEEB-7BA309A2D3F7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3:31.568" v="104" actId="20577"/>
        <pc:sldMkLst>
          <pc:docMk/>
          <pc:sldMk cId="3813736679" sldId="284"/>
        </pc:sldMkLst>
        <pc:spChg chg="mod">
          <ac:chgData name="Anqi Lin" userId="S::lin.anq@northeastern.edu::0abaa260-3526-4801-a1ca-7e2423e20604" providerId="AD" clId="Web-{D37DA4A1-4A25-5C1D-E250-779B3694CE62}" dt="2025-12-02T21:23:31.568" v="104" actId="20577"/>
          <ac:spMkLst>
            <pc:docMk/>
            <pc:sldMk cId="3813736679" sldId="284"/>
            <ac:spMk id="13" creationId="{8A10FAD8-60AD-4874-9873-C5DCCAD10B2F}"/>
          </ac:spMkLst>
        </pc:spChg>
        <pc:spChg chg="mod">
          <ac:chgData name="Anqi Lin" userId="S::lin.anq@northeastern.edu::0abaa260-3526-4801-a1ca-7e2423e20604" providerId="AD" clId="Web-{D37DA4A1-4A25-5C1D-E250-779B3694CE62}" dt="2025-12-02T21:21:14.083" v="48" actId="20577"/>
          <ac:spMkLst>
            <pc:docMk/>
            <pc:sldMk cId="3813736679" sldId="284"/>
            <ac:spMk id="15" creationId="{ED7A17D2-AAF5-813E-5EE8-5B3AD1BF34B1}"/>
          </ac:spMkLst>
        </pc:spChg>
      </pc:sldChg>
      <pc:sldChg chg="addSp delSp modSp">
        <pc:chgData name="Anqi Lin" userId="S::lin.anq@northeastern.edu::0abaa260-3526-4801-a1ca-7e2423e20604" providerId="AD" clId="Web-{D37DA4A1-4A25-5C1D-E250-779B3694CE62}" dt="2025-12-02T21:24:57.617" v="124" actId="20577"/>
        <pc:sldMkLst>
          <pc:docMk/>
          <pc:sldMk cId="3335876362" sldId="285"/>
        </pc:sldMkLst>
        <pc:spChg chg="mod">
          <ac:chgData name="Anqi Lin" userId="S::lin.anq@northeastern.edu::0abaa260-3526-4801-a1ca-7e2423e20604" providerId="AD" clId="Web-{D37DA4A1-4A25-5C1D-E250-779B3694CE62}" dt="2025-12-02T21:24:51.633" v="121" actId="20577"/>
          <ac:spMkLst>
            <pc:docMk/>
            <pc:sldMk cId="3335876362" sldId="285"/>
            <ac:spMk id="15" creationId="{CCB10538-300B-B015-3AD9-C988C37D6CBB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5:22.633" v="131" actId="20577"/>
        <pc:sldMkLst>
          <pc:docMk/>
          <pc:sldMk cId="380724459" sldId="289"/>
        </pc:sldMkLst>
        <pc:spChg chg="mod">
          <ac:chgData name="Anqi Lin" userId="S::lin.anq@northeastern.edu::0abaa260-3526-4801-a1ca-7e2423e20604" providerId="AD" clId="Web-{D37DA4A1-4A25-5C1D-E250-779B3694CE62}" dt="2025-12-02T21:25:22.633" v="131" actId="20577"/>
          <ac:spMkLst>
            <pc:docMk/>
            <pc:sldMk cId="380724459" sldId="289"/>
            <ac:spMk id="13" creationId="{8F69F7A6-558D-E323-AE25-1EEA76207C29}"/>
          </ac:spMkLst>
        </pc:spChg>
        <pc:spChg chg="mod">
          <ac:chgData name="Anqi Lin" userId="S::lin.anq@northeastern.edu::0abaa260-3526-4801-a1ca-7e2423e20604" providerId="AD" clId="Web-{D37DA4A1-4A25-5C1D-E250-779B3694CE62}" dt="2025-12-02T21:25:15.836" v="128"/>
          <ac:spMkLst>
            <pc:docMk/>
            <pc:sldMk cId="380724459" sldId="289"/>
            <ac:spMk id="15" creationId="{55EBC048-62AB-849F-E96A-9185EB93ED51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5:36.384" v="137" actId="20577"/>
        <pc:sldMkLst>
          <pc:docMk/>
          <pc:sldMk cId="3505136885" sldId="290"/>
        </pc:sldMkLst>
        <pc:spChg chg="mod">
          <ac:chgData name="Anqi Lin" userId="S::lin.anq@northeastern.edu::0abaa260-3526-4801-a1ca-7e2423e20604" providerId="AD" clId="Web-{D37DA4A1-4A25-5C1D-E250-779B3694CE62}" dt="2025-12-02T21:25:36.384" v="137" actId="20577"/>
          <ac:spMkLst>
            <pc:docMk/>
            <pc:sldMk cId="3505136885" sldId="290"/>
            <ac:spMk id="13" creationId="{1C64F608-50DF-281D-2479-D32CDE08C7F9}"/>
          </ac:spMkLst>
        </pc:spChg>
        <pc:spChg chg="mod">
          <ac:chgData name="Anqi Lin" userId="S::lin.anq@northeastern.edu::0abaa260-3526-4801-a1ca-7e2423e20604" providerId="AD" clId="Web-{D37DA4A1-4A25-5C1D-E250-779B3694CE62}" dt="2025-12-02T21:25:30.462" v="134" actId="20577"/>
          <ac:spMkLst>
            <pc:docMk/>
            <pc:sldMk cId="3505136885" sldId="290"/>
            <ac:spMk id="15" creationId="{16EF43D6-510C-C377-5785-87D616DC0EE4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5:45.837" v="142" actId="20577"/>
        <pc:sldMkLst>
          <pc:docMk/>
          <pc:sldMk cId="3314552854" sldId="291"/>
        </pc:sldMkLst>
        <pc:spChg chg="mod">
          <ac:chgData name="Anqi Lin" userId="S::lin.anq@northeastern.edu::0abaa260-3526-4801-a1ca-7e2423e20604" providerId="AD" clId="Web-{D37DA4A1-4A25-5C1D-E250-779B3694CE62}" dt="2025-12-02T21:25:45.837" v="142" actId="20577"/>
          <ac:spMkLst>
            <pc:docMk/>
            <pc:sldMk cId="3314552854" sldId="291"/>
            <ac:spMk id="13" creationId="{96F49FF9-A78A-4B37-EBF6-48E0DCDF8E49}"/>
          </ac:spMkLst>
        </pc:spChg>
        <pc:spChg chg="mod">
          <ac:chgData name="Anqi Lin" userId="S::lin.anq@northeastern.edu::0abaa260-3526-4801-a1ca-7e2423e20604" providerId="AD" clId="Web-{D37DA4A1-4A25-5C1D-E250-779B3694CE62}" dt="2025-12-02T21:25:41.056" v="140" actId="20577"/>
          <ac:spMkLst>
            <pc:docMk/>
            <pc:sldMk cId="3314552854" sldId="291"/>
            <ac:spMk id="15" creationId="{8C9E4D61-7815-BF67-A7B7-5EADFA8CF97A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5:56.681" v="148" actId="20577"/>
        <pc:sldMkLst>
          <pc:docMk/>
          <pc:sldMk cId="2138595703" sldId="292"/>
        </pc:sldMkLst>
        <pc:spChg chg="mod">
          <ac:chgData name="Anqi Lin" userId="S::lin.anq@northeastern.edu::0abaa260-3526-4801-a1ca-7e2423e20604" providerId="AD" clId="Web-{D37DA4A1-4A25-5C1D-E250-779B3694CE62}" dt="2025-12-02T21:25:56.681" v="148" actId="20577"/>
          <ac:spMkLst>
            <pc:docMk/>
            <pc:sldMk cId="2138595703" sldId="292"/>
            <ac:spMk id="13" creationId="{0700AE01-95A0-17E2-EBE2-520456996FAD}"/>
          </ac:spMkLst>
        </pc:spChg>
        <pc:spChg chg="mod">
          <ac:chgData name="Anqi Lin" userId="S::lin.anq@northeastern.edu::0abaa260-3526-4801-a1ca-7e2423e20604" providerId="AD" clId="Web-{D37DA4A1-4A25-5C1D-E250-779B3694CE62}" dt="2025-12-02T21:25:51.884" v="145" actId="20577"/>
          <ac:spMkLst>
            <pc:docMk/>
            <pc:sldMk cId="2138595703" sldId="292"/>
            <ac:spMk id="15" creationId="{5C66AC4B-6AA8-7441-FD05-E83C2393A67C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8:09.558" v="176" actId="1076"/>
        <pc:sldMkLst>
          <pc:docMk/>
          <pc:sldMk cId="1965109111" sldId="294"/>
        </pc:sldMkLst>
        <pc:spChg chg="mod">
          <ac:chgData name="Anqi Lin" userId="S::lin.anq@northeastern.edu::0abaa260-3526-4801-a1ca-7e2423e20604" providerId="AD" clId="Web-{D37DA4A1-4A25-5C1D-E250-779B3694CE62}" dt="2025-12-02T21:28:09.558" v="176" actId="1076"/>
          <ac:spMkLst>
            <pc:docMk/>
            <pc:sldMk cId="1965109111" sldId="294"/>
            <ac:spMk id="2" creationId="{4976E4CE-1F9A-FBCA-FBFB-16F4D5617FC7}"/>
          </ac:spMkLst>
        </pc:spChg>
        <pc:spChg chg="mod">
          <ac:chgData name="Anqi Lin" userId="S::lin.anq@northeastern.edu::0abaa260-3526-4801-a1ca-7e2423e20604" providerId="AD" clId="Web-{D37DA4A1-4A25-5C1D-E250-779B3694CE62}" dt="2025-12-02T21:27:52.230" v="171" actId="20577"/>
          <ac:spMkLst>
            <pc:docMk/>
            <pc:sldMk cId="1965109111" sldId="294"/>
            <ac:spMk id="3" creationId="{7E71D363-325C-5F46-B407-EC1F766417D1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8:37.308" v="183" actId="1076"/>
        <pc:sldMkLst>
          <pc:docMk/>
          <pc:sldMk cId="561742585" sldId="295"/>
        </pc:sldMkLst>
        <pc:spChg chg="mod">
          <ac:chgData name="Anqi Lin" userId="S::lin.anq@northeastern.edu::0abaa260-3526-4801-a1ca-7e2423e20604" providerId="AD" clId="Web-{D37DA4A1-4A25-5C1D-E250-779B3694CE62}" dt="2025-12-02T21:28:37.308" v="183" actId="1076"/>
          <ac:spMkLst>
            <pc:docMk/>
            <pc:sldMk cId="561742585" sldId="295"/>
            <ac:spMk id="2" creationId="{97B397BF-9779-5143-63A9-4FF02E7B47EB}"/>
          </ac:spMkLst>
        </pc:spChg>
        <pc:spChg chg="mod">
          <ac:chgData name="Anqi Lin" userId="S::lin.anq@northeastern.edu::0abaa260-3526-4801-a1ca-7e2423e20604" providerId="AD" clId="Web-{D37DA4A1-4A25-5C1D-E250-779B3694CE62}" dt="2025-12-02T21:28:26.886" v="180" actId="20577"/>
          <ac:spMkLst>
            <pc:docMk/>
            <pc:sldMk cId="561742585" sldId="295"/>
            <ac:spMk id="3" creationId="{601BD23C-B690-B7C1-BE83-2C8946662A6A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9:17.731" v="194"/>
        <pc:sldMkLst>
          <pc:docMk/>
          <pc:sldMk cId="1837615697" sldId="296"/>
        </pc:sldMkLst>
        <pc:spChg chg="mod">
          <ac:chgData name="Anqi Lin" userId="S::lin.anq@northeastern.edu::0abaa260-3526-4801-a1ca-7e2423e20604" providerId="AD" clId="Web-{D37DA4A1-4A25-5C1D-E250-779B3694CE62}" dt="2025-12-02T21:29:17.731" v="194"/>
          <ac:spMkLst>
            <pc:docMk/>
            <pc:sldMk cId="1837615697" sldId="296"/>
            <ac:spMk id="2" creationId="{51CDEDC2-2719-99CE-BA6C-43F0742FA95A}"/>
          </ac:spMkLst>
        </pc:spChg>
        <pc:spChg chg="mod">
          <ac:chgData name="Anqi Lin" userId="S::lin.anq@northeastern.edu::0abaa260-3526-4801-a1ca-7e2423e20604" providerId="AD" clId="Web-{D37DA4A1-4A25-5C1D-E250-779B3694CE62}" dt="2025-12-02T21:29:08.090" v="192" actId="20577"/>
          <ac:spMkLst>
            <pc:docMk/>
            <pc:sldMk cId="1837615697" sldId="296"/>
            <ac:spMk id="3" creationId="{339F3BDE-5DF8-BEC7-BC04-3AD0557DC181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8:58.137" v="189"/>
        <pc:sldMkLst>
          <pc:docMk/>
          <pc:sldMk cId="2969581734" sldId="297"/>
        </pc:sldMkLst>
        <pc:spChg chg="mod">
          <ac:chgData name="Anqi Lin" userId="S::lin.anq@northeastern.edu::0abaa260-3526-4801-a1ca-7e2423e20604" providerId="AD" clId="Web-{D37DA4A1-4A25-5C1D-E250-779B3694CE62}" dt="2025-12-02T21:28:58.137" v="189"/>
          <ac:spMkLst>
            <pc:docMk/>
            <pc:sldMk cId="2969581734" sldId="297"/>
            <ac:spMk id="2" creationId="{56691E0E-92FC-8D92-5466-0190396281A5}"/>
          </ac:spMkLst>
        </pc:spChg>
        <pc:spChg chg="mod">
          <ac:chgData name="Anqi Lin" userId="S::lin.anq@northeastern.edu::0abaa260-3526-4801-a1ca-7e2423e20604" providerId="AD" clId="Web-{D37DA4A1-4A25-5C1D-E250-779B3694CE62}" dt="2025-12-02T21:28:46.058" v="187" actId="20577"/>
          <ac:spMkLst>
            <pc:docMk/>
            <pc:sldMk cId="2969581734" sldId="297"/>
            <ac:spMk id="3" creationId="{570A96E2-368B-3E83-6364-A8DD91E2A2B9}"/>
          </ac:spMkLst>
        </pc:spChg>
      </pc:sldChg>
      <pc:sldChg chg="modSp">
        <pc:chgData name="Anqi Lin" userId="S::lin.anq@northeastern.edu::0abaa260-3526-4801-a1ca-7e2423e20604" providerId="AD" clId="Web-{D37DA4A1-4A25-5C1D-E250-779B3694CE62}" dt="2025-12-02T21:29:39.106" v="200" actId="20577"/>
        <pc:sldMkLst>
          <pc:docMk/>
          <pc:sldMk cId="3366942025" sldId="298"/>
        </pc:sldMkLst>
        <pc:spChg chg="mod">
          <ac:chgData name="Anqi Lin" userId="S::lin.anq@northeastern.edu::0abaa260-3526-4801-a1ca-7e2423e20604" providerId="AD" clId="Web-{D37DA4A1-4A25-5C1D-E250-779B3694CE62}" dt="2025-12-02T21:29:39.106" v="200" actId="20577"/>
          <ac:spMkLst>
            <pc:docMk/>
            <pc:sldMk cId="3366942025" sldId="298"/>
            <ac:spMk id="2" creationId="{422306B5-4561-CA18-ACF1-6F16977BA230}"/>
          </ac:spMkLst>
        </pc:spChg>
        <pc:spChg chg="mod">
          <ac:chgData name="Anqi Lin" userId="S::lin.anq@northeastern.edu::0abaa260-3526-4801-a1ca-7e2423e20604" providerId="AD" clId="Web-{D37DA4A1-4A25-5C1D-E250-779B3694CE62}" dt="2025-12-02T21:29:26.012" v="197" actId="20577"/>
          <ac:spMkLst>
            <pc:docMk/>
            <pc:sldMk cId="3366942025" sldId="298"/>
            <ac:spMk id="3" creationId="{5BC32E52-A56A-5277-B09F-A0CEBE83FDE0}"/>
          </ac:spMkLst>
        </pc:spChg>
      </pc:sldChg>
    </pc:docChg>
  </pc:docChgLst>
  <pc:docChgLst>
    <pc:chgData name="Zehui Bao" userId="S::bao.zeh@northeastern.edu::f50d3e42-86ed-452f-849c-ca0ad853ebb2" providerId="AD" clId="Web-{273C3373-905B-195A-B067-2E2C9D6C9FF6}"/>
    <pc:docChg chg="modSld">
      <pc:chgData name="Zehui Bao" userId="S::bao.zeh@northeastern.edu::f50d3e42-86ed-452f-849c-ca0ad853ebb2" providerId="AD" clId="Web-{273C3373-905B-195A-B067-2E2C9D6C9FF6}" dt="2025-11-28T06:15:40.853" v="50" actId="1076"/>
      <pc:docMkLst>
        <pc:docMk/>
      </pc:docMkLst>
      <pc:sldChg chg="addSp delSp modSp">
        <pc:chgData name="Zehui Bao" userId="S::bao.zeh@northeastern.edu::f50d3e42-86ed-452f-849c-ca0ad853ebb2" providerId="AD" clId="Web-{273C3373-905B-195A-B067-2E2C9D6C9FF6}" dt="2025-11-28T06:15:40.853" v="50" actId="1076"/>
        <pc:sldMkLst>
          <pc:docMk/>
          <pc:sldMk cId="2929333283" sldId="282"/>
        </pc:sldMkLst>
        <pc:spChg chg="mod">
          <ac:chgData name="Zehui Bao" userId="S::bao.zeh@northeastern.edu::f50d3e42-86ed-452f-849c-ca0ad853ebb2" providerId="AD" clId="Web-{273C3373-905B-195A-B067-2E2C9D6C9FF6}" dt="2025-11-28T05:44:34.825" v="10"/>
          <ac:spMkLst>
            <pc:docMk/>
            <pc:sldMk cId="2929333283" sldId="282"/>
            <ac:spMk id="3" creationId="{5E3D1A49-247A-72C0-FD06-B51E8D085F22}"/>
          </ac:spMkLst>
        </pc:spChg>
        <pc:picChg chg="add mod">
          <ac:chgData name="Zehui Bao" userId="S::bao.zeh@northeastern.edu::f50d3e42-86ed-452f-849c-ca0ad853ebb2" providerId="AD" clId="Web-{273C3373-905B-195A-B067-2E2C9D6C9FF6}" dt="2025-11-28T06:15:39.306" v="49" actId="1076"/>
          <ac:picMkLst>
            <pc:docMk/>
            <pc:sldMk cId="2929333283" sldId="282"/>
            <ac:picMk id="2" creationId="{300C5F14-3C12-5CE9-3C9D-1234FD0B0E7B}"/>
          </ac:picMkLst>
        </pc:picChg>
        <pc:picChg chg="add mod ord">
          <ac:chgData name="Zehui Bao" userId="S::bao.zeh@northeastern.edu::f50d3e42-86ed-452f-849c-ca0ad853ebb2" providerId="AD" clId="Web-{273C3373-905B-195A-B067-2E2C9D6C9FF6}" dt="2025-11-28T06:15:22.743" v="42" actId="1076"/>
          <ac:picMkLst>
            <pc:docMk/>
            <pc:sldMk cId="2929333283" sldId="282"/>
            <ac:picMk id="9" creationId="{B2D01BE1-280E-C1EB-4E10-46CC88AE65CC}"/>
          </ac:picMkLst>
        </pc:picChg>
      </pc:sldChg>
    </pc:docChg>
  </pc:docChgLst>
  <pc:docChgLst>
    <pc:chgData name="Anqi Lin" userId="S::lin.anq@northeastern.edu::0abaa260-3526-4801-a1ca-7e2423e20604" providerId="AD" clId="Web-{07C23D57-A0BF-672C-1538-F20802664FDD}"/>
    <pc:docChg chg="modSld">
      <pc:chgData name="Anqi Lin" userId="S::lin.anq@northeastern.edu::0abaa260-3526-4801-a1ca-7e2423e20604" providerId="AD" clId="Web-{07C23D57-A0BF-672C-1538-F20802664FDD}" dt="2025-12-02T20:42:57.792" v="7"/>
      <pc:docMkLst>
        <pc:docMk/>
      </pc:docMkLst>
    </pc:docChg>
  </pc:docChgLst>
  <pc:docChgLst>
    <pc:chgData name="Xinrui Shi" userId="S::shi.xinrui@northeastern.edu::e53c2b57-3937-4276-8aa3-3158c3865b1c" providerId="AD" clId="Web-{884D0A80-871E-B300-AF45-65E9E7FEC349}"/>
    <pc:docChg chg="modSld">
      <pc:chgData name="Xinrui Shi" userId="S::shi.xinrui@northeastern.edu::e53c2b57-3937-4276-8aa3-3158c3865b1c" providerId="AD" clId="Web-{884D0A80-871E-B300-AF45-65E9E7FEC349}" dt="2025-12-05T02:05:48.685" v="299" actId="20577"/>
      <pc:docMkLst>
        <pc:docMk/>
      </pc:docMkLst>
      <pc:sldChg chg="delSp modSp">
        <pc:chgData name="Xinrui Shi" userId="S::shi.xinrui@northeastern.edu::e53c2b57-3937-4276-8aa3-3158c3865b1c" providerId="AD" clId="Web-{884D0A80-871E-B300-AF45-65E9E7FEC349}" dt="2025-12-05T02:05:48.685" v="299" actId="20577"/>
        <pc:sldMkLst>
          <pc:docMk/>
          <pc:sldMk cId="3777565161" sldId="274"/>
        </pc:sldMkLst>
        <pc:spChg chg="mod">
          <ac:chgData name="Xinrui Shi" userId="S::shi.xinrui@northeastern.edu::e53c2b57-3937-4276-8aa3-3158c3865b1c" providerId="AD" clId="Web-{884D0A80-871E-B300-AF45-65E9E7FEC349}" dt="2025-12-05T02:05:48.685" v="299" actId="20577"/>
          <ac:spMkLst>
            <pc:docMk/>
            <pc:sldMk cId="3777565161" sldId="274"/>
            <ac:spMk id="2" creationId="{BD46B97F-983D-1448-864D-7A51A66B9C88}"/>
          </ac:spMkLst>
        </pc:spChg>
        <pc:spChg chg="mod">
          <ac:chgData name="Xinrui Shi" userId="S::shi.xinrui@northeastern.edu::e53c2b57-3937-4276-8aa3-3158c3865b1c" providerId="AD" clId="Web-{884D0A80-871E-B300-AF45-65E9E7FEC349}" dt="2025-12-05T01:20:24.219" v="29" actId="20577"/>
          <ac:spMkLst>
            <pc:docMk/>
            <pc:sldMk cId="3777565161" sldId="274"/>
            <ac:spMk id="3" creationId="{87F029E3-DEEF-384F-A732-8222993D5F33}"/>
          </ac:spMkLst>
        </pc:spChg>
        <pc:spChg chg="mod">
          <ac:chgData name="Xinrui Shi" userId="S::shi.xinrui@northeastern.edu::e53c2b57-3937-4276-8aa3-3158c3865b1c" providerId="AD" clId="Web-{884D0A80-871E-B300-AF45-65E9E7FEC349}" dt="2025-12-05T01:14:53.674" v="1" actId="20577"/>
          <ac:spMkLst>
            <pc:docMk/>
            <pc:sldMk cId="3777565161" sldId="274"/>
            <ac:spMk id="6" creationId="{EE95843D-1679-8529-DF78-A5FCE8B3E21C}"/>
          </ac:spMkLst>
        </pc:spChg>
        <pc:spChg chg="del mod">
          <ac:chgData name="Xinrui Shi" userId="S::shi.xinrui@northeastern.edu::e53c2b57-3937-4276-8aa3-3158c3865b1c" providerId="AD" clId="Web-{884D0A80-871E-B300-AF45-65E9E7FEC349}" dt="2025-12-05T01:20:00.015" v="26"/>
          <ac:spMkLst>
            <pc:docMk/>
            <pc:sldMk cId="3777565161" sldId="274"/>
            <ac:spMk id="10" creationId="{22C1076D-C444-0411-41DD-3DADE520F003}"/>
          </ac:spMkLst>
        </pc:spChg>
      </pc:sldChg>
      <pc:sldChg chg="modSp">
        <pc:chgData name="Xinrui Shi" userId="S::shi.xinrui@northeastern.edu::e53c2b57-3937-4276-8aa3-3158c3865b1c" providerId="AD" clId="Web-{884D0A80-871E-B300-AF45-65E9E7FEC349}" dt="2025-12-05T01:17:16.790" v="24" actId="1076"/>
        <pc:sldMkLst>
          <pc:docMk/>
          <pc:sldMk cId="983560413" sldId="277"/>
        </pc:sldMkLst>
        <pc:spChg chg="mod">
          <ac:chgData name="Xinrui Shi" userId="S::shi.xinrui@northeastern.edu::e53c2b57-3937-4276-8aa3-3158c3865b1c" providerId="AD" clId="Web-{884D0A80-871E-B300-AF45-65E9E7FEC349}" dt="2025-12-05T01:16:01.021" v="2" actId="20577"/>
          <ac:spMkLst>
            <pc:docMk/>
            <pc:sldMk cId="983560413" sldId="277"/>
            <ac:spMk id="2" creationId="{EE8925BA-E99F-0142-A647-3CB212B70269}"/>
          </ac:spMkLst>
        </pc:spChg>
        <pc:spChg chg="mod">
          <ac:chgData name="Xinrui Shi" userId="S::shi.xinrui@northeastern.edu::e53c2b57-3937-4276-8aa3-3158c3865b1c" providerId="AD" clId="Web-{884D0A80-871E-B300-AF45-65E9E7FEC349}" dt="2025-12-05T01:16:15.553" v="6" actId="20577"/>
          <ac:spMkLst>
            <pc:docMk/>
            <pc:sldMk cId="983560413" sldId="277"/>
            <ac:spMk id="4" creationId="{D1436C4B-A7BB-0F30-B8FC-D3DAD1FD4190}"/>
          </ac:spMkLst>
        </pc:spChg>
        <pc:graphicFrameChg chg="mod modGraphic">
          <ac:chgData name="Xinrui Shi" userId="S::shi.xinrui@northeastern.edu::e53c2b57-3937-4276-8aa3-3158c3865b1c" providerId="AD" clId="Web-{884D0A80-871E-B300-AF45-65E9E7FEC349}" dt="2025-12-05T01:17:16.790" v="24" actId="1076"/>
          <ac:graphicFrameMkLst>
            <pc:docMk/>
            <pc:sldMk cId="983560413" sldId="277"/>
            <ac:graphicFrameMk id="7" creationId="{7C1793A5-86A0-02EA-197D-69CACBAE6917}"/>
          </ac:graphicFrameMkLst>
        </pc:graphicFrameChg>
      </pc:sldChg>
    </pc:docChg>
  </pc:docChgLst>
  <pc:docChgLst>
    <pc:chgData name="Anqi Lin" userId="S::lin.anq@northeastern.edu::0abaa260-3526-4801-a1ca-7e2423e20604" providerId="AD" clId="Web-{11B263C9-7E88-F7EE-3090-790B01B7F118}"/>
    <pc:docChg chg="modSld sldOrd">
      <pc:chgData name="Anqi Lin" userId="S::lin.anq@northeastern.edu::0abaa260-3526-4801-a1ca-7e2423e20604" providerId="AD" clId="Web-{11B263C9-7E88-F7EE-3090-790B01B7F118}" dt="2025-12-04T19:56:03.596" v="20" actId="20577"/>
      <pc:docMkLst>
        <pc:docMk/>
      </pc:docMkLst>
      <pc:sldChg chg="modSp">
        <pc:chgData name="Anqi Lin" userId="S::lin.anq@northeastern.edu::0abaa260-3526-4801-a1ca-7e2423e20604" providerId="AD" clId="Web-{11B263C9-7E88-F7EE-3090-790B01B7F118}" dt="2025-12-04T19:56:03.596" v="20" actId="20577"/>
        <pc:sldMkLst>
          <pc:docMk/>
          <pc:sldMk cId="3777565161" sldId="274"/>
        </pc:sldMkLst>
        <pc:spChg chg="mod">
          <ac:chgData name="Anqi Lin" userId="S::lin.anq@northeastern.edu::0abaa260-3526-4801-a1ca-7e2423e20604" providerId="AD" clId="Web-{11B263C9-7E88-F7EE-3090-790B01B7F118}" dt="2025-12-04T19:56:03.596" v="20" actId="20577"/>
          <ac:spMkLst>
            <pc:docMk/>
            <pc:sldMk cId="3777565161" sldId="274"/>
            <ac:spMk id="6" creationId="{EE95843D-1679-8529-DF78-A5FCE8B3E21C}"/>
          </ac:spMkLst>
        </pc:spChg>
      </pc:sldChg>
      <pc:sldChg chg="modSp">
        <pc:chgData name="Anqi Lin" userId="S::lin.anq@northeastern.edu::0abaa260-3526-4801-a1ca-7e2423e20604" providerId="AD" clId="Web-{11B263C9-7E88-F7EE-3090-790B01B7F118}" dt="2025-12-04T19:55:35.534" v="17" actId="20577"/>
        <pc:sldMkLst>
          <pc:docMk/>
          <pc:sldMk cId="380724459" sldId="289"/>
        </pc:sldMkLst>
        <pc:spChg chg="mod">
          <ac:chgData name="Anqi Lin" userId="S::lin.anq@northeastern.edu::0abaa260-3526-4801-a1ca-7e2423e20604" providerId="AD" clId="Web-{11B263C9-7E88-F7EE-3090-790B01B7F118}" dt="2025-12-04T19:55:35.534" v="17" actId="20577"/>
          <ac:spMkLst>
            <pc:docMk/>
            <pc:sldMk cId="380724459" sldId="289"/>
            <ac:spMk id="13" creationId="{8F69F7A6-558D-E323-AE25-1EEA76207C29}"/>
          </ac:spMkLst>
        </pc:spChg>
      </pc:sldChg>
      <pc:sldChg chg="modSp">
        <pc:chgData name="Anqi Lin" userId="S::lin.anq@northeastern.edu::0abaa260-3526-4801-a1ca-7e2423e20604" providerId="AD" clId="Web-{11B263C9-7E88-F7EE-3090-790B01B7F118}" dt="2025-12-04T19:55:01.128" v="13" actId="14100"/>
        <pc:sldMkLst>
          <pc:docMk/>
          <pc:sldMk cId="3314552854" sldId="291"/>
        </pc:sldMkLst>
        <pc:spChg chg="mod">
          <ac:chgData name="Anqi Lin" userId="S::lin.anq@northeastern.edu::0abaa260-3526-4801-a1ca-7e2423e20604" providerId="AD" clId="Web-{11B263C9-7E88-F7EE-3090-790B01B7F118}" dt="2025-12-04T19:54:45.721" v="8" actId="20577"/>
          <ac:spMkLst>
            <pc:docMk/>
            <pc:sldMk cId="3314552854" sldId="291"/>
            <ac:spMk id="13" creationId="{96F49FF9-A78A-4B37-EBF6-48E0DCDF8E49}"/>
          </ac:spMkLst>
        </pc:spChg>
        <pc:picChg chg="mod modCrop">
          <ac:chgData name="Anqi Lin" userId="S::lin.anq@northeastern.edu::0abaa260-3526-4801-a1ca-7e2423e20604" providerId="AD" clId="Web-{11B263C9-7E88-F7EE-3090-790B01B7F118}" dt="2025-12-04T19:55:01.128" v="13" actId="14100"/>
          <ac:picMkLst>
            <pc:docMk/>
            <pc:sldMk cId="3314552854" sldId="291"/>
            <ac:picMk id="2" creationId="{17FE2924-B4E3-E975-00BB-09EB0F9FE466}"/>
          </ac:picMkLst>
        </pc:picChg>
      </pc:sldChg>
      <pc:sldChg chg="modSp">
        <pc:chgData name="Anqi Lin" userId="S::lin.anq@northeastern.edu::0abaa260-3526-4801-a1ca-7e2423e20604" providerId="AD" clId="Web-{11B263C9-7E88-F7EE-3090-790B01B7F118}" dt="2025-12-04T19:54:36.487" v="5" actId="20577"/>
        <pc:sldMkLst>
          <pc:docMk/>
          <pc:sldMk cId="2138595703" sldId="292"/>
        </pc:sldMkLst>
        <pc:spChg chg="mod">
          <ac:chgData name="Anqi Lin" userId="S::lin.anq@northeastern.edu::0abaa260-3526-4801-a1ca-7e2423e20604" providerId="AD" clId="Web-{11B263C9-7E88-F7EE-3090-790B01B7F118}" dt="2025-12-04T19:54:36.487" v="5" actId="20577"/>
          <ac:spMkLst>
            <pc:docMk/>
            <pc:sldMk cId="2138595703" sldId="292"/>
            <ac:spMk id="13" creationId="{0700AE01-95A0-17E2-EBE2-520456996FAD}"/>
          </ac:spMkLst>
        </pc:spChg>
      </pc:sldChg>
      <pc:sldChg chg="ord">
        <pc:chgData name="Anqi Lin" userId="S::lin.anq@northeastern.edu::0abaa260-3526-4801-a1ca-7e2423e20604" providerId="AD" clId="Web-{11B263C9-7E88-F7EE-3090-790B01B7F118}" dt="2025-12-04T19:49:44.955" v="1"/>
        <pc:sldMkLst>
          <pc:docMk/>
          <pc:sldMk cId="1496129469" sldId="300"/>
        </pc:sldMkLst>
      </pc:sldChg>
    </pc:docChg>
  </pc:docChgLst>
  <pc:docChgLst>
    <pc:chgData name="Zehui Bao" userId="S::bao.zeh@northeastern.edu::f50d3e42-86ed-452f-849c-ca0ad853ebb2" providerId="AD" clId="Web-{F5AB0786-48BE-6860-7FA8-1ED5E4B6FF55}"/>
    <pc:docChg chg="addSld delSld modSld">
      <pc:chgData name="Zehui Bao" userId="S::bao.zeh@northeastern.edu::f50d3e42-86ed-452f-849c-ca0ad853ebb2" providerId="AD" clId="Web-{F5AB0786-48BE-6860-7FA8-1ED5E4B6FF55}" dt="2025-11-28T06:31:21.474" v="144" actId="1076"/>
      <pc:docMkLst>
        <pc:docMk/>
      </pc:docMkLst>
      <pc:sldChg chg="addSp delSp modSp">
        <pc:chgData name="Zehui Bao" userId="S::bao.zeh@northeastern.edu::f50d3e42-86ed-452f-849c-ca0ad853ebb2" providerId="AD" clId="Web-{F5AB0786-48BE-6860-7FA8-1ED5E4B6FF55}" dt="2025-11-28T06:31:21.474" v="144" actId="1076"/>
        <pc:sldMkLst>
          <pc:docMk/>
          <pc:sldMk cId="2929333283" sldId="282"/>
        </pc:sldMkLst>
        <pc:spChg chg="add mod">
          <ac:chgData name="Zehui Bao" userId="S::bao.zeh@northeastern.edu::f50d3e42-86ed-452f-849c-ca0ad853ebb2" providerId="AD" clId="Web-{F5AB0786-48BE-6860-7FA8-1ED5E4B6FF55}" dt="2025-11-28T06:26:35.395" v="107" actId="1076"/>
          <ac:spMkLst>
            <pc:docMk/>
            <pc:sldMk cId="2929333283" sldId="282"/>
            <ac:spMk id="6" creationId="{36339988-BAA8-258F-CD80-B7C9CB1E748F}"/>
          </ac:spMkLst>
        </pc:spChg>
        <pc:spChg chg="add mod">
          <ac:chgData name="Zehui Bao" userId="S::bao.zeh@northeastern.edu::f50d3e42-86ed-452f-849c-ca0ad853ebb2" providerId="AD" clId="Web-{F5AB0786-48BE-6860-7FA8-1ED5E4B6FF55}" dt="2025-11-28T06:27:09.067" v="116" actId="1076"/>
          <ac:spMkLst>
            <pc:docMk/>
            <pc:sldMk cId="2929333283" sldId="282"/>
            <ac:spMk id="10" creationId="{D3400CBA-2D68-B9A2-FA5F-742FFCC540F2}"/>
          </ac:spMkLst>
        </pc:spChg>
        <pc:spChg chg="add mod">
          <ac:chgData name="Zehui Bao" userId="S::bao.zeh@northeastern.edu::f50d3e42-86ed-452f-849c-ca0ad853ebb2" providerId="AD" clId="Web-{F5AB0786-48BE-6860-7FA8-1ED5E4B6FF55}" dt="2025-11-28T06:26:43.411" v="111" actId="1076"/>
          <ac:spMkLst>
            <pc:docMk/>
            <pc:sldMk cId="2929333283" sldId="282"/>
            <ac:spMk id="11" creationId="{1E6DBC10-E7DD-106F-51AE-2EABEC7DE0AC}"/>
          </ac:spMkLst>
        </pc:spChg>
        <pc:spChg chg="add mod">
          <ac:chgData name="Zehui Bao" userId="S::bao.zeh@northeastern.edu::f50d3e42-86ed-452f-849c-ca0ad853ebb2" providerId="AD" clId="Web-{F5AB0786-48BE-6860-7FA8-1ED5E4B6FF55}" dt="2025-11-28T06:27:42.458" v="129" actId="1076"/>
          <ac:spMkLst>
            <pc:docMk/>
            <pc:sldMk cId="2929333283" sldId="282"/>
            <ac:spMk id="12" creationId="{EFCB99BA-636B-C70B-30A6-EBF4B15D81DC}"/>
          </ac:spMkLst>
        </pc:spChg>
        <pc:picChg chg="mod">
          <ac:chgData name="Zehui Bao" userId="S::bao.zeh@northeastern.edu::f50d3e42-86ed-452f-849c-ca0ad853ebb2" providerId="AD" clId="Web-{F5AB0786-48BE-6860-7FA8-1ED5E4B6FF55}" dt="2025-11-28T06:30:17.396" v="131" actId="14100"/>
          <ac:picMkLst>
            <pc:docMk/>
            <pc:sldMk cId="2929333283" sldId="282"/>
            <ac:picMk id="2" creationId="{300C5F14-3C12-5CE9-3C9D-1234FD0B0E7B}"/>
          </ac:picMkLst>
        </pc:picChg>
        <pc:picChg chg="add mod">
          <ac:chgData name="Zehui Bao" userId="S::bao.zeh@northeastern.edu::f50d3e42-86ed-452f-849c-ca0ad853ebb2" providerId="AD" clId="Web-{F5AB0786-48BE-6860-7FA8-1ED5E4B6FF55}" dt="2025-11-28T06:27:17.177" v="119" actId="1076"/>
          <ac:picMkLst>
            <pc:docMk/>
            <pc:sldMk cId="2929333283" sldId="282"/>
            <ac:picMk id="7" creationId="{F7D37319-EB08-B3EA-7994-26D20E599798}"/>
          </ac:picMkLst>
        </pc:picChg>
        <pc:picChg chg="mod">
          <ac:chgData name="Zehui Bao" userId="S::bao.zeh@northeastern.edu::f50d3e42-86ed-452f-849c-ca0ad853ebb2" providerId="AD" clId="Web-{F5AB0786-48BE-6860-7FA8-1ED5E4B6FF55}" dt="2025-11-28T06:27:18.208" v="120" actId="1076"/>
          <ac:picMkLst>
            <pc:docMk/>
            <pc:sldMk cId="2929333283" sldId="282"/>
            <ac:picMk id="9" creationId="{B2D01BE1-280E-C1EB-4E10-46CC88AE65CC}"/>
          </ac:picMkLst>
        </pc:picChg>
      </pc:sldChg>
    </pc:docChg>
  </pc:docChgLst>
  <pc:docChgLst>
    <pc:chgData name="Ke Zhang" userId="S::zhang.ke8@northeastern.edu::47252f69-ef46-4148-95d0-9ca8d684c1ea" providerId="AD" clId="Web-{AF26D094-1D80-4C2E-65EF-3E2227FB6086}"/>
    <pc:docChg chg="modSld">
      <pc:chgData name="Ke Zhang" userId="S::zhang.ke8@northeastern.edu::47252f69-ef46-4148-95d0-9ca8d684c1ea" providerId="AD" clId="Web-{AF26D094-1D80-4C2E-65EF-3E2227FB6086}" dt="2025-12-05T04:49:45.754" v="64" actId="1076"/>
      <pc:docMkLst>
        <pc:docMk/>
      </pc:docMkLst>
      <pc:sldChg chg="modSp">
        <pc:chgData name="Ke Zhang" userId="S::zhang.ke8@northeastern.edu::47252f69-ef46-4148-95d0-9ca8d684c1ea" providerId="AD" clId="Web-{AF26D094-1D80-4C2E-65EF-3E2227FB6086}" dt="2025-12-05T04:35:50.980" v="52"/>
        <pc:sldMkLst>
          <pc:docMk/>
          <pc:sldMk cId="983560413" sldId="277"/>
        </pc:sldMkLst>
        <pc:graphicFrameChg chg="mod modGraphic">
          <ac:chgData name="Ke Zhang" userId="S::zhang.ke8@northeastern.edu::47252f69-ef46-4148-95d0-9ca8d684c1ea" providerId="AD" clId="Web-{AF26D094-1D80-4C2E-65EF-3E2227FB6086}" dt="2025-12-05T04:35:50.980" v="52"/>
          <ac:graphicFrameMkLst>
            <pc:docMk/>
            <pc:sldMk cId="983560413" sldId="277"/>
            <ac:graphicFrameMk id="7" creationId="{7C1793A5-86A0-02EA-197D-69CACBAE6917}"/>
          </ac:graphicFrameMkLst>
        </pc:graphicFrameChg>
      </pc:sldChg>
      <pc:sldChg chg="modSp">
        <pc:chgData name="Ke Zhang" userId="S::zhang.ke8@northeastern.edu::47252f69-ef46-4148-95d0-9ca8d684c1ea" providerId="AD" clId="Web-{AF26D094-1D80-4C2E-65EF-3E2227FB6086}" dt="2025-12-05T04:09:49.493" v="8" actId="20577"/>
        <pc:sldMkLst>
          <pc:docMk/>
          <pc:sldMk cId="2989287001" sldId="280"/>
        </pc:sldMkLst>
        <pc:spChg chg="mod">
          <ac:chgData name="Ke Zhang" userId="S::zhang.ke8@northeastern.edu::47252f69-ef46-4148-95d0-9ca8d684c1ea" providerId="AD" clId="Web-{AF26D094-1D80-4C2E-65EF-3E2227FB6086}" dt="2025-12-05T04:09:49.493" v="8" actId="20577"/>
          <ac:spMkLst>
            <pc:docMk/>
            <pc:sldMk cId="2989287001" sldId="280"/>
            <ac:spMk id="2" creationId="{F9360DBF-EFE5-CE14-2684-4823DECC6583}"/>
          </ac:spMkLst>
        </pc:spChg>
      </pc:sldChg>
      <pc:sldChg chg="modSp">
        <pc:chgData name="Ke Zhang" userId="S::zhang.ke8@northeastern.edu::47252f69-ef46-4148-95d0-9ca8d684c1ea" providerId="AD" clId="Web-{AF26D094-1D80-4C2E-65EF-3E2227FB6086}" dt="2025-12-05T04:24:45.677" v="34" actId="1076"/>
        <pc:sldMkLst>
          <pc:docMk/>
          <pc:sldMk cId="2138595703" sldId="292"/>
        </pc:sldMkLst>
        <pc:grpChg chg="mod">
          <ac:chgData name="Ke Zhang" userId="S::zhang.ke8@northeastern.edu::47252f69-ef46-4148-95d0-9ca8d684c1ea" providerId="AD" clId="Web-{AF26D094-1D80-4C2E-65EF-3E2227FB6086}" dt="2025-12-05T04:24:45.677" v="34" actId="1076"/>
          <ac:grpSpMkLst>
            <pc:docMk/>
            <pc:sldMk cId="2138595703" sldId="292"/>
            <ac:grpSpMk id="5" creationId="{2F61EC7F-1F1B-ABC5-966A-124E26059AEE}"/>
          </ac:grpSpMkLst>
        </pc:grpChg>
      </pc:sldChg>
      <pc:sldChg chg="modSp">
        <pc:chgData name="Ke Zhang" userId="S::zhang.ke8@northeastern.edu::47252f69-ef46-4148-95d0-9ca8d684c1ea" providerId="AD" clId="Web-{AF26D094-1D80-4C2E-65EF-3E2227FB6086}" dt="2025-12-05T04:21:55.362" v="33" actId="20577"/>
        <pc:sldMkLst>
          <pc:docMk/>
          <pc:sldMk cId="1965109111" sldId="294"/>
        </pc:sldMkLst>
        <pc:spChg chg="mod">
          <ac:chgData name="Ke Zhang" userId="S::zhang.ke8@northeastern.edu::47252f69-ef46-4148-95d0-9ca8d684c1ea" providerId="AD" clId="Web-{AF26D094-1D80-4C2E-65EF-3E2227FB6086}" dt="2025-12-05T04:21:55.362" v="33" actId="20577"/>
          <ac:spMkLst>
            <pc:docMk/>
            <pc:sldMk cId="1965109111" sldId="294"/>
            <ac:spMk id="2" creationId="{4976E4CE-1F9A-FBCA-FBFB-16F4D5617FC7}"/>
          </ac:spMkLst>
        </pc:spChg>
      </pc:sldChg>
      <pc:sldChg chg="modSp">
        <pc:chgData name="Ke Zhang" userId="S::zhang.ke8@northeastern.edu::47252f69-ef46-4148-95d0-9ca8d684c1ea" providerId="AD" clId="Web-{AF26D094-1D80-4C2E-65EF-3E2227FB6086}" dt="2025-12-05T04:26:44.569" v="36" actId="20577"/>
        <pc:sldMkLst>
          <pc:docMk/>
          <pc:sldMk cId="561742585" sldId="295"/>
        </pc:sldMkLst>
        <pc:spChg chg="mod">
          <ac:chgData name="Ke Zhang" userId="S::zhang.ke8@northeastern.edu::47252f69-ef46-4148-95d0-9ca8d684c1ea" providerId="AD" clId="Web-{AF26D094-1D80-4C2E-65EF-3E2227FB6086}" dt="2025-12-05T04:26:44.569" v="36" actId="20577"/>
          <ac:spMkLst>
            <pc:docMk/>
            <pc:sldMk cId="561742585" sldId="295"/>
            <ac:spMk id="2" creationId="{97B397BF-9779-5143-63A9-4FF02E7B47EB}"/>
          </ac:spMkLst>
        </pc:spChg>
        <pc:picChg chg="mod">
          <ac:chgData name="Ke Zhang" userId="S::zhang.ke8@northeastern.edu::47252f69-ef46-4148-95d0-9ca8d684c1ea" providerId="AD" clId="Web-{AF26D094-1D80-4C2E-65EF-3E2227FB6086}" dt="2025-12-05T04:07:49.898" v="3" actId="1076"/>
          <ac:picMkLst>
            <pc:docMk/>
            <pc:sldMk cId="561742585" sldId="295"/>
            <ac:picMk id="5" creationId="{5AC6CDCB-0CF8-7527-28E3-2A4EFF419943}"/>
          </ac:picMkLst>
        </pc:picChg>
      </pc:sldChg>
      <pc:sldChg chg="modSp">
        <pc:chgData name="Ke Zhang" userId="S::zhang.ke8@northeastern.edu::47252f69-ef46-4148-95d0-9ca8d684c1ea" providerId="AD" clId="Web-{AF26D094-1D80-4C2E-65EF-3E2227FB6086}" dt="2025-12-05T04:07:46.679" v="2" actId="1076"/>
        <pc:sldMkLst>
          <pc:docMk/>
          <pc:sldMk cId="1837615697" sldId="296"/>
        </pc:sldMkLst>
        <pc:picChg chg="mod">
          <ac:chgData name="Ke Zhang" userId="S::zhang.ke8@northeastern.edu::47252f69-ef46-4148-95d0-9ca8d684c1ea" providerId="AD" clId="Web-{AF26D094-1D80-4C2E-65EF-3E2227FB6086}" dt="2025-12-05T04:07:46.679" v="2" actId="1076"/>
          <ac:picMkLst>
            <pc:docMk/>
            <pc:sldMk cId="1837615697" sldId="296"/>
            <ac:picMk id="5" creationId="{60F77205-3E35-EA93-2A1E-139F8AF43814}"/>
          </ac:picMkLst>
        </pc:picChg>
      </pc:sldChg>
      <pc:sldChg chg="addSp delSp modSp">
        <pc:chgData name="Ke Zhang" userId="S::zhang.ke8@northeastern.edu::47252f69-ef46-4148-95d0-9ca8d684c1ea" providerId="AD" clId="Web-{AF26D094-1D80-4C2E-65EF-3E2227FB6086}" dt="2025-12-05T04:46:34.462" v="56" actId="1076"/>
        <pc:sldMkLst>
          <pc:docMk/>
          <pc:sldMk cId="2969581734" sldId="297"/>
        </pc:sldMkLst>
        <pc:picChg chg="add mod">
          <ac:chgData name="Ke Zhang" userId="S::zhang.ke8@northeastern.edu::47252f69-ef46-4148-95d0-9ca8d684c1ea" providerId="AD" clId="Web-{AF26D094-1D80-4C2E-65EF-3E2227FB6086}" dt="2025-12-05T04:46:34.462" v="56" actId="1076"/>
          <ac:picMkLst>
            <pc:docMk/>
            <pc:sldMk cId="2969581734" sldId="297"/>
            <ac:picMk id="5" creationId="{34BCDBA6-196E-FC02-59B5-01477105BDF1}"/>
          </ac:picMkLst>
        </pc:picChg>
        <pc:picChg chg="del mod">
          <ac:chgData name="Ke Zhang" userId="S::zhang.ke8@northeastern.edu::47252f69-ef46-4148-95d0-9ca8d684c1ea" providerId="AD" clId="Web-{AF26D094-1D80-4C2E-65EF-3E2227FB6086}" dt="2025-12-05T04:46:20.320" v="53"/>
          <ac:picMkLst>
            <pc:docMk/>
            <pc:sldMk cId="2969581734" sldId="297"/>
            <ac:picMk id="8" creationId="{E23AB27D-4E4B-B284-4DAD-1D30B9F509FF}"/>
          </ac:picMkLst>
        </pc:picChg>
      </pc:sldChg>
      <pc:sldChg chg="addSp delSp modSp">
        <pc:chgData name="Ke Zhang" userId="S::zhang.ke8@northeastern.edu::47252f69-ef46-4148-95d0-9ca8d684c1ea" providerId="AD" clId="Web-{AF26D094-1D80-4C2E-65EF-3E2227FB6086}" dt="2025-12-05T04:49:45.754" v="64" actId="1076"/>
        <pc:sldMkLst>
          <pc:docMk/>
          <pc:sldMk cId="3366942025" sldId="298"/>
        </pc:sldMkLst>
        <pc:picChg chg="add del mod">
          <ac:chgData name="Ke Zhang" userId="S::zhang.ke8@northeastern.edu::47252f69-ef46-4148-95d0-9ca8d684c1ea" providerId="AD" clId="Web-{AF26D094-1D80-4C2E-65EF-3E2227FB6086}" dt="2025-12-05T04:49:01.627" v="60"/>
          <ac:picMkLst>
            <pc:docMk/>
            <pc:sldMk cId="3366942025" sldId="298"/>
            <ac:picMk id="5" creationId="{399E067D-12A8-04EC-C8D3-45D2B8A07E65}"/>
          </ac:picMkLst>
        </pc:picChg>
        <pc:picChg chg="del mod">
          <ac:chgData name="Ke Zhang" userId="S::zhang.ke8@northeastern.edu::47252f69-ef46-4148-95d0-9ca8d684c1ea" providerId="AD" clId="Web-{AF26D094-1D80-4C2E-65EF-3E2227FB6086}" dt="2025-12-05T04:49:38.160" v="61"/>
          <ac:picMkLst>
            <pc:docMk/>
            <pc:sldMk cId="3366942025" sldId="298"/>
            <ac:picMk id="6" creationId="{C22E183E-5812-22EB-DEEC-7570C3478FEB}"/>
          </ac:picMkLst>
        </pc:picChg>
        <pc:picChg chg="add mod">
          <ac:chgData name="Ke Zhang" userId="S::zhang.ke8@northeastern.edu::47252f69-ef46-4148-95d0-9ca8d684c1ea" providerId="AD" clId="Web-{AF26D094-1D80-4C2E-65EF-3E2227FB6086}" dt="2025-12-05T04:49:45.754" v="64" actId="1076"/>
          <ac:picMkLst>
            <pc:docMk/>
            <pc:sldMk cId="3366942025" sldId="298"/>
            <ac:picMk id="7" creationId="{CEF33198-C241-1270-72FB-493003DF7DDA}"/>
          </ac:picMkLst>
        </pc:picChg>
      </pc:sldChg>
      <pc:sldChg chg="modSp">
        <pc:chgData name="Ke Zhang" userId="S::zhang.ke8@northeastern.edu::47252f69-ef46-4148-95d0-9ca8d684c1ea" providerId="AD" clId="Web-{AF26D094-1D80-4C2E-65EF-3E2227FB6086}" dt="2025-12-05T04:21:13.033" v="28" actId="20577"/>
        <pc:sldMkLst>
          <pc:docMk/>
          <pc:sldMk cId="3355606214" sldId="301"/>
        </pc:sldMkLst>
        <pc:spChg chg="mod">
          <ac:chgData name="Ke Zhang" userId="S::zhang.ke8@northeastern.edu::47252f69-ef46-4148-95d0-9ca8d684c1ea" providerId="AD" clId="Web-{AF26D094-1D80-4C2E-65EF-3E2227FB6086}" dt="2025-12-05T04:21:13.033" v="28" actId="20577"/>
          <ac:spMkLst>
            <pc:docMk/>
            <pc:sldMk cId="3355606214" sldId="301"/>
            <ac:spMk id="2" creationId="{413DB967-0AEE-B16C-C62C-447D765F986B}"/>
          </ac:spMkLst>
        </pc:spChg>
        <pc:picChg chg="mod">
          <ac:chgData name="Ke Zhang" userId="S::zhang.ke8@northeastern.edu::47252f69-ef46-4148-95d0-9ca8d684c1ea" providerId="AD" clId="Web-{AF26D094-1D80-4C2E-65EF-3E2227FB6086}" dt="2025-12-05T04:20:16.548" v="21" actId="1076"/>
          <ac:picMkLst>
            <pc:docMk/>
            <pc:sldMk cId="3355606214" sldId="301"/>
            <ac:picMk id="5" creationId="{0ACD0F43-56DF-2A43-3A64-DBB64DAF0136}"/>
          </ac:picMkLst>
        </pc:picChg>
      </pc:sldChg>
      <pc:sldChg chg="modSp">
        <pc:chgData name="Ke Zhang" userId="S::zhang.ke8@northeastern.edu::47252f69-ef46-4148-95d0-9ca8d684c1ea" providerId="AD" clId="Web-{AF26D094-1D80-4C2E-65EF-3E2227FB6086}" dt="2025-12-05T04:21:22.674" v="30" actId="20577"/>
        <pc:sldMkLst>
          <pc:docMk/>
          <pc:sldMk cId="3283252215" sldId="302"/>
        </pc:sldMkLst>
        <pc:spChg chg="mod">
          <ac:chgData name="Ke Zhang" userId="S::zhang.ke8@northeastern.edu::47252f69-ef46-4148-95d0-9ca8d684c1ea" providerId="AD" clId="Web-{AF26D094-1D80-4C2E-65EF-3E2227FB6086}" dt="2025-12-05T04:21:22.674" v="30" actId="20577"/>
          <ac:spMkLst>
            <pc:docMk/>
            <pc:sldMk cId="3283252215" sldId="302"/>
            <ac:spMk id="2" creationId="{7C229D2C-38DC-348A-7DA3-2828E393CFCB}"/>
          </ac:spMkLst>
        </pc:spChg>
        <pc:picChg chg="mod">
          <ac:chgData name="Ke Zhang" userId="S::zhang.ke8@northeastern.edu::47252f69-ef46-4148-95d0-9ca8d684c1ea" providerId="AD" clId="Web-{AF26D094-1D80-4C2E-65EF-3E2227FB6086}" dt="2025-12-05T04:07:56.664" v="4" actId="1076"/>
          <ac:picMkLst>
            <pc:docMk/>
            <pc:sldMk cId="3283252215" sldId="302"/>
            <ac:picMk id="6" creationId="{A6B93B31-1449-FE00-41EF-36CF5EA0E96A}"/>
          </ac:picMkLst>
        </pc:picChg>
      </pc:sldChg>
    </pc:docChg>
  </pc:docChgLst>
  <pc:docChgLst>
    <pc:chgData name="Ke Zhang" userId="S::zhang.ke8@northeastern.edu::47252f69-ef46-4148-95d0-9ca8d684c1ea" providerId="AD" clId="Web-{88A0E539-5C83-9D98-B049-C99A6E96B262}"/>
    <pc:docChg chg="addSld modSld sldOrd">
      <pc:chgData name="Ke Zhang" userId="S::zhang.ke8@northeastern.edu::47252f69-ef46-4148-95d0-9ca8d684c1ea" providerId="AD" clId="Web-{88A0E539-5C83-9D98-B049-C99A6E96B262}" dt="2025-12-04T19:22:32.138" v="57" actId="14100"/>
      <pc:docMkLst>
        <pc:docMk/>
      </pc:docMkLst>
      <pc:sldChg chg="modSp">
        <pc:chgData name="Ke Zhang" userId="S::zhang.ke8@northeastern.edu::47252f69-ef46-4148-95d0-9ca8d684c1ea" providerId="AD" clId="Web-{88A0E539-5C83-9D98-B049-C99A6E96B262}" dt="2025-12-04T19:21:41.670" v="43" actId="20577"/>
        <pc:sldMkLst>
          <pc:docMk/>
          <pc:sldMk cId="2989287001" sldId="280"/>
        </pc:sldMkLst>
        <pc:spChg chg="mod">
          <ac:chgData name="Ke Zhang" userId="S::zhang.ke8@northeastern.edu::47252f69-ef46-4148-95d0-9ca8d684c1ea" providerId="AD" clId="Web-{88A0E539-5C83-9D98-B049-C99A6E96B262}" dt="2025-12-04T19:21:41.670" v="43" actId="20577"/>
          <ac:spMkLst>
            <pc:docMk/>
            <pc:sldMk cId="2989287001" sldId="280"/>
            <ac:spMk id="8" creationId="{977A207F-1516-1299-B63B-F1B123EA399E}"/>
          </ac:spMkLst>
        </pc:spChg>
      </pc:sldChg>
      <pc:sldChg chg="modSp">
        <pc:chgData name="Ke Zhang" userId="S::zhang.ke8@northeastern.edu::47252f69-ef46-4148-95d0-9ca8d684c1ea" providerId="AD" clId="Web-{88A0E539-5C83-9D98-B049-C99A6E96B262}" dt="2025-12-04T19:21:45.154" v="44" actId="20577"/>
        <pc:sldMkLst>
          <pc:docMk/>
          <pc:sldMk cId="1073825002" sldId="281"/>
        </pc:sldMkLst>
        <pc:spChg chg="mod">
          <ac:chgData name="Ke Zhang" userId="S::zhang.ke8@northeastern.edu::47252f69-ef46-4148-95d0-9ca8d684c1ea" providerId="AD" clId="Web-{88A0E539-5C83-9D98-B049-C99A6E96B262}" dt="2025-12-04T19:21:45.154" v="44" actId="20577"/>
          <ac:spMkLst>
            <pc:docMk/>
            <pc:sldMk cId="1073825002" sldId="281"/>
            <ac:spMk id="7" creationId="{81B01139-52DE-9873-7071-19DB970FCF58}"/>
          </ac:spMkLst>
        </pc:spChg>
      </pc:sldChg>
      <pc:sldChg chg="modSp">
        <pc:chgData name="Ke Zhang" userId="S::zhang.ke8@northeastern.edu::47252f69-ef46-4148-95d0-9ca8d684c1ea" providerId="AD" clId="Web-{88A0E539-5C83-9D98-B049-C99A6E96B262}" dt="2025-12-04T19:21:49.576" v="46" actId="20577"/>
        <pc:sldMkLst>
          <pc:docMk/>
          <pc:sldMk cId="1965109111" sldId="294"/>
        </pc:sldMkLst>
        <pc:spChg chg="mod">
          <ac:chgData name="Ke Zhang" userId="S::zhang.ke8@northeastern.edu::47252f69-ef46-4148-95d0-9ca8d684c1ea" providerId="AD" clId="Web-{88A0E539-5C83-9D98-B049-C99A6E96B262}" dt="2025-12-04T19:21:49.576" v="46" actId="20577"/>
          <ac:spMkLst>
            <pc:docMk/>
            <pc:sldMk cId="1965109111" sldId="294"/>
            <ac:spMk id="7" creationId="{5DB6304E-5A8C-3F3A-DB3E-B763D0990F7E}"/>
          </ac:spMkLst>
        </pc:spChg>
      </pc:sldChg>
      <pc:sldChg chg="modSp">
        <pc:chgData name="Ke Zhang" userId="S::zhang.ke8@northeastern.edu::47252f69-ef46-4148-95d0-9ca8d684c1ea" providerId="AD" clId="Web-{88A0E539-5C83-9D98-B049-C99A6E96B262}" dt="2025-12-04T19:22:32.138" v="57" actId="14100"/>
        <pc:sldMkLst>
          <pc:docMk/>
          <pc:sldMk cId="561742585" sldId="295"/>
        </pc:sldMkLst>
        <pc:spChg chg="mod">
          <ac:chgData name="Ke Zhang" userId="S::zhang.ke8@northeastern.edu::47252f69-ef46-4148-95d0-9ca8d684c1ea" providerId="AD" clId="Web-{88A0E539-5C83-9D98-B049-C99A6E96B262}" dt="2025-12-04T19:21:56.529" v="48" actId="20577"/>
          <ac:spMkLst>
            <pc:docMk/>
            <pc:sldMk cId="561742585" sldId="295"/>
            <ac:spMk id="7" creationId="{FF1FE0CA-2CC2-D699-41B0-FB5E3C4687F0}"/>
          </ac:spMkLst>
        </pc:spChg>
        <pc:picChg chg="mod">
          <ac:chgData name="Ke Zhang" userId="S::zhang.ke8@northeastern.edu::47252f69-ef46-4148-95d0-9ca8d684c1ea" providerId="AD" clId="Web-{88A0E539-5C83-9D98-B049-C99A6E96B262}" dt="2025-12-04T19:22:32.138" v="57" actId="14100"/>
          <ac:picMkLst>
            <pc:docMk/>
            <pc:sldMk cId="561742585" sldId="295"/>
            <ac:picMk id="5" creationId="{5AC6CDCB-0CF8-7527-28E3-2A4EFF419943}"/>
          </ac:picMkLst>
        </pc:picChg>
      </pc:sldChg>
      <pc:sldChg chg="modSp">
        <pc:chgData name="Ke Zhang" userId="S::zhang.ke8@northeastern.edu::47252f69-ef46-4148-95d0-9ca8d684c1ea" providerId="AD" clId="Web-{88A0E539-5C83-9D98-B049-C99A6E96B262}" dt="2025-12-04T19:22:04.920" v="51" actId="20577"/>
        <pc:sldMkLst>
          <pc:docMk/>
          <pc:sldMk cId="1837615697" sldId="296"/>
        </pc:sldMkLst>
        <pc:spChg chg="mod">
          <ac:chgData name="Ke Zhang" userId="S::zhang.ke8@northeastern.edu::47252f69-ef46-4148-95d0-9ca8d684c1ea" providerId="AD" clId="Web-{88A0E539-5C83-9D98-B049-C99A6E96B262}" dt="2025-12-04T19:22:04.920" v="51" actId="20577"/>
          <ac:spMkLst>
            <pc:docMk/>
            <pc:sldMk cId="1837615697" sldId="296"/>
            <ac:spMk id="7" creationId="{88014B6B-E40A-5E72-79DF-18F8562BF25D}"/>
          </ac:spMkLst>
        </pc:spChg>
        <pc:picChg chg="mod">
          <ac:chgData name="Ke Zhang" userId="S::zhang.ke8@northeastern.edu::47252f69-ef46-4148-95d0-9ca8d684c1ea" providerId="AD" clId="Web-{88A0E539-5C83-9D98-B049-C99A6E96B262}" dt="2025-12-04T19:21:21.279" v="42" actId="1076"/>
          <ac:picMkLst>
            <pc:docMk/>
            <pc:sldMk cId="1837615697" sldId="296"/>
            <ac:picMk id="5" creationId="{60F77205-3E35-EA93-2A1E-139F8AF43814}"/>
          </ac:picMkLst>
        </pc:picChg>
      </pc:sldChg>
      <pc:sldChg chg="modSp">
        <pc:chgData name="Ke Zhang" userId="S::zhang.ke8@northeastern.edu::47252f69-ef46-4148-95d0-9ca8d684c1ea" providerId="AD" clId="Web-{88A0E539-5C83-9D98-B049-C99A6E96B262}" dt="2025-12-04T19:21:59.717" v="49" actId="20577"/>
        <pc:sldMkLst>
          <pc:docMk/>
          <pc:sldMk cId="2969581734" sldId="297"/>
        </pc:sldMkLst>
        <pc:spChg chg="mod">
          <ac:chgData name="Ke Zhang" userId="S::zhang.ke8@northeastern.edu::47252f69-ef46-4148-95d0-9ca8d684c1ea" providerId="AD" clId="Web-{88A0E539-5C83-9D98-B049-C99A6E96B262}" dt="2025-12-04T19:21:59.717" v="49" actId="20577"/>
          <ac:spMkLst>
            <pc:docMk/>
            <pc:sldMk cId="2969581734" sldId="297"/>
            <ac:spMk id="7" creationId="{8106FB7D-A9C2-3F7B-E8EA-63E16B812B6A}"/>
          </ac:spMkLst>
        </pc:spChg>
      </pc:sldChg>
      <pc:sldChg chg="modSp">
        <pc:chgData name="Ke Zhang" userId="S::zhang.ke8@northeastern.edu::47252f69-ef46-4148-95d0-9ca8d684c1ea" providerId="AD" clId="Web-{88A0E539-5C83-9D98-B049-C99A6E96B262}" dt="2025-12-04T19:22:08.592" v="53" actId="20577"/>
        <pc:sldMkLst>
          <pc:docMk/>
          <pc:sldMk cId="3366942025" sldId="298"/>
        </pc:sldMkLst>
        <pc:spChg chg="mod">
          <ac:chgData name="Ke Zhang" userId="S::zhang.ke8@northeastern.edu::47252f69-ef46-4148-95d0-9ca8d684c1ea" providerId="AD" clId="Web-{88A0E539-5C83-9D98-B049-C99A6E96B262}" dt="2025-12-04T19:22:08.592" v="53" actId="20577"/>
          <ac:spMkLst>
            <pc:docMk/>
            <pc:sldMk cId="3366942025" sldId="298"/>
            <ac:spMk id="7" creationId="{92DAB3DE-6052-A2DC-9F74-921CF8BE81B4}"/>
          </ac:spMkLst>
        </pc:spChg>
      </pc:sldChg>
      <pc:sldChg chg="addSp delSp modSp add ord replId">
        <pc:chgData name="Ke Zhang" userId="S::zhang.ke8@northeastern.edu::47252f69-ef46-4148-95d0-9ca8d684c1ea" providerId="AD" clId="Web-{88A0E539-5C83-9D98-B049-C99A6E96B262}" dt="2025-12-04T19:22:15.560" v="56" actId="20577"/>
        <pc:sldMkLst>
          <pc:docMk/>
          <pc:sldMk cId="3355606214" sldId="301"/>
        </pc:sldMkLst>
        <pc:spChg chg="mod">
          <ac:chgData name="Ke Zhang" userId="S::zhang.ke8@northeastern.edu::47252f69-ef46-4148-95d0-9ca8d684c1ea" providerId="AD" clId="Web-{88A0E539-5C83-9D98-B049-C99A6E96B262}" dt="2025-12-04T19:21:09.904" v="40" actId="20577"/>
          <ac:spMkLst>
            <pc:docMk/>
            <pc:sldMk cId="3355606214" sldId="301"/>
            <ac:spMk id="2" creationId="{413DB967-0AEE-B16C-C62C-447D765F986B}"/>
          </ac:spMkLst>
        </pc:spChg>
        <pc:spChg chg="add del mod">
          <ac:chgData name="Ke Zhang" userId="S::zhang.ke8@northeastern.edu::47252f69-ef46-4148-95d0-9ca8d684c1ea" providerId="AD" clId="Web-{88A0E539-5C83-9D98-B049-C99A6E96B262}" dt="2025-12-04T19:20:25.763" v="36"/>
          <ac:spMkLst>
            <pc:docMk/>
            <pc:sldMk cId="3355606214" sldId="301"/>
            <ac:spMk id="3" creationId="{A219625C-90EC-91AC-EBA4-6D3AC9FA022D}"/>
          </ac:spMkLst>
        </pc:spChg>
        <pc:spChg chg="mod">
          <ac:chgData name="Ke Zhang" userId="S::zhang.ke8@northeastern.edu::47252f69-ef46-4148-95d0-9ca8d684c1ea" providerId="AD" clId="Web-{88A0E539-5C83-9D98-B049-C99A6E96B262}" dt="2025-12-04T19:22:15.560" v="56" actId="20577"/>
          <ac:spMkLst>
            <pc:docMk/>
            <pc:sldMk cId="3355606214" sldId="301"/>
            <ac:spMk id="7" creationId="{5D508847-788C-2E36-DBD3-3F8055D3FA27}"/>
          </ac:spMkLst>
        </pc:spChg>
        <pc:spChg chg="add del mod">
          <ac:chgData name="Ke Zhang" userId="S::zhang.ke8@northeastern.edu::47252f69-ef46-4148-95d0-9ca8d684c1ea" providerId="AD" clId="Web-{88A0E539-5C83-9D98-B049-C99A6E96B262}" dt="2025-12-04T19:20:23.920" v="35"/>
          <ac:spMkLst>
            <pc:docMk/>
            <pc:sldMk cId="3355606214" sldId="301"/>
            <ac:spMk id="9" creationId="{CA5FC04C-2381-2173-84AA-42F26A1455A5}"/>
          </ac:spMkLst>
        </pc:spChg>
        <pc:spChg chg="add del">
          <ac:chgData name="Ke Zhang" userId="S::zhang.ke8@northeastern.edu::47252f69-ef46-4148-95d0-9ca8d684c1ea" providerId="AD" clId="Web-{88A0E539-5C83-9D98-B049-C99A6E96B262}" dt="2025-12-04T19:20:20.107" v="34"/>
          <ac:spMkLst>
            <pc:docMk/>
            <pc:sldMk cId="3355606214" sldId="301"/>
            <ac:spMk id="11" creationId="{59ED50B1-6A96-12D9-7B55-0DCE6EC3BA6E}"/>
          </ac:spMkLst>
        </pc:spChg>
        <pc:spChg chg="add del mod">
          <ac:chgData name="Ke Zhang" userId="S::zhang.ke8@northeastern.edu::47252f69-ef46-4148-95d0-9ca8d684c1ea" providerId="AD" clId="Web-{88A0E539-5C83-9D98-B049-C99A6E96B262}" dt="2025-12-04T19:20:31.638" v="37"/>
          <ac:spMkLst>
            <pc:docMk/>
            <pc:sldMk cId="3355606214" sldId="301"/>
            <ac:spMk id="13" creationId="{1A6DF8E2-3CAF-E681-3444-9C09D4B86A1E}"/>
          </ac:spMkLst>
        </pc:spChg>
        <pc:spChg chg="add mod">
          <ac:chgData name="Ke Zhang" userId="S::zhang.ke8@northeastern.edu::47252f69-ef46-4148-95d0-9ca8d684c1ea" providerId="AD" clId="Web-{88A0E539-5C83-9D98-B049-C99A6E96B262}" dt="2025-12-04T19:20:33.185" v="38"/>
          <ac:spMkLst>
            <pc:docMk/>
            <pc:sldMk cId="3355606214" sldId="301"/>
            <ac:spMk id="15" creationId="{BE29ED75-EAEE-9DC2-6FD9-CD68B34BD75D}"/>
          </ac:spMkLst>
        </pc:spChg>
        <pc:picChg chg="add mod">
          <ac:chgData name="Ke Zhang" userId="S::zhang.ke8@northeastern.edu::47252f69-ef46-4148-95d0-9ca8d684c1ea" providerId="AD" clId="Web-{88A0E539-5C83-9D98-B049-C99A6E96B262}" dt="2025-12-04T19:21:12.545" v="41" actId="1076"/>
          <ac:picMkLst>
            <pc:docMk/>
            <pc:sldMk cId="3355606214" sldId="301"/>
            <ac:picMk id="5" creationId="{0ACD0F43-56DF-2A43-3A64-DBB64DAF0136}"/>
          </ac:picMkLst>
        </pc:picChg>
        <pc:picChg chg="del">
          <ac:chgData name="Ke Zhang" userId="S::zhang.ke8@northeastern.edu::47252f69-ef46-4148-95d0-9ca8d684c1ea" providerId="AD" clId="Web-{88A0E539-5C83-9D98-B049-C99A6E96B262}" dt="2025-12-04T19:14:28.794" v="20"/>
          <ac:picMkLst>
            <pc:docMk/>
            <pc:sldMk cId="3355606214" sldId="301"/>
            <ac:picMk id="8" creationId="{1039EAB9-0278-9D70-58DE-F5878597C655}"/>
          </ac:picMkLst>
        </pc:picChg>
      </pc:sldChg>
      <pc:sldChg chg="addSp delSp modSp add ord replId">
        <pc:chgData name="Ke Zhang" userId="S::zhang.ke8@northeastern.edu::47252f69-ef46-4148-95d0-9ca8d684c1ea" providerId="AD" clId="Web-{88A0E539-5C83-9D98-B049-C99A6E96B262}" dt="2025-12-04T19:22:12.029" v="55" actId="20577"/>
        <pc:sldMkLst>
          <pc:docMk/>
          <pc:sldMk cId="3283252215" sldId="302"/>
        </pc:sldMkLst>
        <pc:spChg chg="mod">
          <ac:chgData name="Ke Zhang" userId="S::zhang.ke8@northeastern.edu::47252f69-ef46-4148-95d0-9ca8d684c1ea" providerId="AD" clId="Web-{88A0E539-5C83-9D98-B049-C99A6E96B262}" dt="2025-12-04T19:19:43.873" v="28" actId="20577"/>
          <ac:spMkLst>
            <pc:docMk/>
            <pc:sldMk cId="3283252215" sldId="302"/>
            <ac:spMk id="2" creationId="{7C229D2C-38DC-348A-7DA3-2828E393CFCB}"/>
          </ac:spMkLst>
        </pc:spChg>
        <pc:spChg chg="mod">
          <ac:chgData name="Ke Zhang" userId="S::zhang.ke8@northeastern.edu::47252f69-ef46-4148-95d0-9ca8d684c1ea" providerId="AD" clId="Web-{88A0E539-5C83-9D98-B049-C99A6E96B262}" dt="2025-12-04T19:13:35.575" v="15" actId="20577"/>
          <ac:spMkLst>
            <pc:docMk/>
            <pc:sldMk cId="3283252215" sldId="302"/>
            <ac:spMk id="3" creationId="{1551A027-EAD6-E7D1-CAA2-74070476D94F}"/>
          </ac:spMkLst>
        </pc:spChg>
        <pc:spChg chg="mod">
          <ac:chgData name="Ke Zhang" userId="S::zhang.ke8@northeastern.edu::47252f69-ef46-4148-95d0-9ca8d684c1ea" providerId="AD" clId="Web-{88A0E539-5C83-9D98-B049-C99A6E96B262}" dt="2025-12-04T19:22:12.029" v="55" actId="20577"/>
          <ac:spMkLst>
            <pc:docMk/>
            <pc:sldMk cId="3283252215" sldId="302"/>
            <ac:spMk id="7" creationId="{380551CD-253F-12E1-A959-40D1C2A8C48A}"/>
          </ac:spMkLst>
        </pc:spChg>
        <pc:picChg chg="del">
          <ac:chgData name="Ke Zhang" userId="S::zhang.ke8@northeastern.edu::47252f69-ef46-4148-95d0-9ca8d684c1ea" providerId="AD" clId="Web-{88A0E539-5C83-9D98-B049-C99A6E96B262}" dt="2025-12-04T19:13:58.357" v="16"/>
          <ac:picMkLst>
            <pc:docMk/>
            <pc:sldMk cId="3283252215" sldId="302"/>
            <ac:picMk id="5" creationId="{68D4B6FB-FFF7-8FE1-A2D1-11CE8F9FF2C7}"/>
          </ac:picMkLst>
        </pc:picChg>
        <pc:picChg chg="add mod">
          <ac:chgData name="Ke Zhang" userId="S::zhang.ke8@northeastern.edu::47252f69-ef46-4148-95d0-9ca8d684c1ea" providerId="AD" clId="Web-{88A0E539-5C83-9D98-B049-C99A6E96B262}" dt="2025-12-04T19:19:52.295" v="31" actId="1076"/>
          <ac:picMkLst>
            <pc:docMk/>
            <pc:sldMk cId="3283252215" sldId="302"/>
            <ac:picMk id="6" creationId="{A6B93B31-1449-FE00-41EF-36CF5EA0E96A}"/>
          </ac:picMkLst>
        </pc:picChg>
      </pc:sldChg>
    </pc:docChg>
  </pc:docChgLst>
  <pc:docChgLst>
    <pc:chgData name="Anqi Lin" userId="S::lin.anq@northeastern.edu::0abaa260-3526-4801-a1ca-7e2423e20604" providerId="AD" clId="Web-{FE471AA5-5586-39F3-3120-9C97E25954FD}"/>
    <pc:docChg chg="addSld delSld modSld sldOrd">
      <pc:chgData name="Anqi Lin" userId="S::lin.anq@northeastern.edu::0abaa260-3526-4801-a1ca-7e2423e20604" providerId="AD" clId="Web-{FE471AA5-5586-39F3-3120-9C97E25954FD}" dt="2025-12-04T18:56:03.540" v="342" actId="20577"/>
      <pc:docMkLst>
        <pc:docMk/>
      </pc:docMkLst>
      <pc:sldChg chg="addSp delSp">
        <pc:chgData name="Anqi Lin" userId="S::lin.anq@northeastern.edu::0abaa260-3526-4801-a1ca-7e2423e20604" providerId="AD" clId="Web-{FE471AA5-5586-39F3-3120-9C97E25954FD}" dt="2025-12-04T18:55:37.337" v="321"/>
        <pc:sldMkLst>
          <pc:docMk/>
          <pc:sldMk cId="3777565161" sldId="274"/>
        </pc:sldMkLst>
        <pc:spChg chg="add del">
          <ac:chgData name="Anqi Lin" userId="S::lin.anq@northeastern.edu::0abaa260-3526-4801-a1ca-7e2423e20604" providerId="AD" clId="Web-{FE471AA5-5586-39F3-3120-9C97E25954FD}" dt="2025-12-04T18:55:36.915" v="320"/>
          <ac:spMkLst>
            <pc:docMk/>
            <pc:sldMk cId="3777565161" sldId="274"/>
            <ac:spMk id="6" creationId="{EE95843D-1679-8529-DF78-A5FCE8B3E21C}"/>
          </ac:spMkLst>
        </pc:spChg>
        <pc:spChg chg="add del">
          <ac:chgData name="Anqi Lin" userId="S::lin.anq@northeastern.edu::0abaa260-3526-4801-a1ca-7e2423e20604" providerId="AD" clId="Web-{FE471AA5-5586-39F3-3120-9C97E25954FD}" dt="2025-12-04T18:55:37.337" v="321"/>
          <ac:spMkLst>
            <pc:docMk/>
            <pc:sldMk cId="3777565161" sldId="274"/>
            <ac:spMk id="10" creationId="{22C1076D-C444-0411-41DD-3DADE520F003}"/>
          </ac:spMkLst>
        </pc:spChg>
      </pc:sldChg>
      <pc:sldChg chg="addSp delSp modSp">
        <pc:chgData name="Anqi Lin" userId="S::lin.anq@northeastern.edu::0abaa260-3526-4801-a1ca-7e2423e20604" providerId="AD" clId="Web-{FE471AA5-5586-39F3-3120-9C97E25954FD}" dt="2025-12-04T18:50:59.853" v="305"/>
        <pc:sldMkLst>
          <pc:docMk/>
          <pc:sldMk cId="983560413" sldId="277"/>
        </pc:sldMkLst>
        <pc:spChg chg="mod">
          <ac:chgData name="Anqi Lin" userId="S::lin.anq@northeastern.edu::0abaa260-3526-4801-a1ca-7e2423e20604" providerId="AD" clId="Web-{FE471AA5-5586-39F3-3120-9C97E25954FD}" dt="2025-12-04T18:50:41.306" v="296" actId="20577"/>
          <ac:spMkLst>
            <pc:docMk/>
            <pc:sldMk cId="983560413" sldId="277"/>
            <ac:spMk id="2" creationId="{EE8925BA-E99F-0142-A647-3CB212B70269}"/>
          </ac:spMkLst>
        </pc:spChg>
        <pc:spChg chg="add mod">
          <ac:chgData name="Anqi Lin" userId="S::lin.anq@northeastern.edu::0abaa260-3526-4801-a1ca-7e2423e20604" providerId="AD" clId="Web-{FE471AA5-5586-39F3-3120-9C97E25954FD}" dt="2025-12-04T18:50:45.900" v="297" actId="20577"/>
          <ac:spMkLst>
            <pc:docMk/>
            <pc:sldMk cId="983560413" sldId="277"/>
            <ac:spMk id="4" creationId="{D1436C4B-A7BB-0F30-B8FC-D3DAD1FD4190}"/>
          </ac:spMkLst>
        </pc:spChg>
        <pc:graphicFrameChg chg="add del mod modGraphic">
          <ac:chgData name="Anqi Lin" userId="S::lin.anq@northeastern.edu::0abaa260-3526-4801-a1ca-7e2423e20604" providerId="AD" clId="Web-{FE471AA5-5586-39F3-3120-9C97E25954FD}" dt="2025-12-04T18:50:59.853" v="305"/>
          <ac:graphicFrameMkLst>
            <pc:docMk/>
            <pc:sldMk cId="983560413" sldId="277"/>
            <ac:graphicFrameMk id="7" creationId="{7C1793A5-86A0-02EA-197D-69CACBAE6917}"/>
          </ac:graphicFrameMkLst>
        </pc:graphicFrameChg>
      </pc:sldChg>
      <pc:sldChg chg="addSp delSp">
        <pc:chgData name="Anqi Lin" userId="S::lin.anq@northeastern.edu::0abaa260-3526-4801-a1ca-7e2423e20604" providerId="AD" clId="Web-{FE471AA5-5586-39F3-3120-9C97E25954FD}" dt="2025-12-04T18:55:35.899" v="319"/>
        <pc:sldMkLst>
          <pc:docMk/>
          <pc:sldMk cId="3717243787" sldId="278"/>
        </pc:sldMkLst>
        <pc:spChg chg="add del">
          <ac:chgData name="Anqi Lin" userId="S::lin.anq@northeastern.edu::0abaa260-3526-4801-a1ca-7e2423e20604" providerId="AD" clId="Web-{FE471AA5-5586-39F3-3120-9C97E25954FD}" dt="2025-12-04T18:55:35.899" v="319"/>
          <ac:spMkLst>
            <pc:docMk/>
            <pc:sldMk cId="3717243787" sldId="278"/>
            <ac:spMk id="6" creationId="{9776AAA0-DFF0-F0B5-73E8-F6E90E6825A5}"/>
          </ac:spMkLst>
        </pc:spChg>
        <pc:spChg chg="add del">
          <ac:chgData name="Anqi Lin" userId="S::lin.anq@northeastern.edu::0abaa260-3526-4801-a1ca-7e2423e20604" providerId="AD" clId="Web-{FE471AA5-5586-39F3-3120-9C97E25954FD}" dt="2025-12-04T18:55:35.462" v="318"/>
          <ac:spMkLst>
            <pc:docMk/>
            <pc:sldMk cId="3717243787" sldId="278"/>
            <ac:spMk id="7" creationId="{0B29C629-19BE-002A-F02F-5A920BFD4507}"/>
          </ac:spMkLst>
        </pc:spChg>
      </pc:sldChg>
      <pc:sldChg chg="addSp delSp">
        <pc:chgData name="Anqi Lin" userId="S::lin.anq@northeastern.edu::0abaa260-3526-4801-a1ca-7e2423e20604" providerId="AD" clId="Web-{FE471AA5-5586-39F3-3120-9C97E25954FD}" dt="2025-12-04T18:55:33.977" v="317"/>
        <pc:sldMkLst>
          <pc:docMk/>
          <pc:sldMk cId="3813736679" sldId="284"/>
        </pc:sldMkLst>
        <pc:spChg chg="add del">
          <ac:chgData name="Anqi Lin" userId="S::lin.anq@northeastern.edu::0abaa260-3526-4801-a1ca-7e2423e20604" providerId="AD" clId="Web-{FE471AA5-5586-39F3-3120-9C97E25954FD}" dt="2025-12-04T18:55:33.977" v="317"/>
          <ac:spMkLst>
            <pc:docMk/>
            <pc:sldMk cId="3813736679" sldId="284"/>
            <ac:spMk id="6" creationId="{79446EE8-50E0-6A60-B065-1582254EA3CF}"/>
          </ac:spMkLst>
        </pc:spChg>
        <pc:spChg chg="add del">
          <ac:chgData name="Anqi Lin" userId="S::lin.anq@northeastern.edu::0abaa260-3526-4801-a1ca-7e2423e20604" providerId="AD" clId="Web-{FE471AA5-5586-39F3-3120-9C97E25954FD}" dt="2025-12-04T18:55:33.477" v="316"/>
          <ac:spMkLst>
            <pc:docMk/>
            <pc:sldMk cId="3813736679" sldId="284"/>
            <ac:spMk id="7" creationId="{27FB3ECC-88DD-00E9-3D09-C6641AF1B364}"/>
          </ac:spMkLst>
        </pc:spChg>
      </pc:sldChg>
      <pc:sldChg chg="addSp delSp modSp ord">
        <pc:chgData name="Anqi Lin" userId="S::lin.anq@northeastern.edu::0abaa260-3526-4801-a1ca-7e2423e20604" providerId="AD" clId="Web-{FE471AA5-5586-39F3-3120-9C97E25954FD}" dt="2025-12-04T18:55:49.008" v="333" actId="20577"/>
        <pc:sldMkLst>
          <pc:docMk/>
          <pc:sldMk cId="3335876362" sldId="285"/>
        </pc:sldMkLst>
        <pc:spChg chg="add del mod">
          <ac:chgData name="Anqi Lin" userId="S::lin.anq@northeastern.edu::0abaa260-3526-4801-a1ca-7e2423e20604" providerId="AD" clId="Web-{FE471AA5-5586-39F3-3120-9C97E25954FD}" dt="2025-12-04T18:34:55.996" v="79"/>
          <ac:spMkLst>
            <pc:docMk/>
            <pc:sldMk cId="3335876362" sldId="285"/>
            <ac:spMk id="3" creationId="{2D955899-EDE0-32FA-4129-7034A6BDCCAC}"/>
          </ac:spMkLst>
        </pc:spChg>
        <pc:spChg chg="mod">
          <ac:chgData name="Anqi Lin" userId="S::lin.anq@northeastern.edu::0abaa260-3526-4801-a1ca-7e2423e20604" providerId="AD" clId="Web-{FE471AA5-5586-39F3-3120-9C97E25954FD}" dt="2025-12-04T18:55:49.008" v="333" actId="20577"/>
          <ac:spMkLst>
            <pc:docMk/>
            <pc:sldMk cId="3335876362" sldId="285"/>
            <ac:spMk id="6" creationId="{22F55D4A-8466-62D8-9FBD-9F1A4CE1289C}"/>
          </ac:spMkLst>
        </pc:spChg>
        <pc:spChg chg="add del">
          <ac:chgData name="Anqi Lin" userId="S::lin.anq@northeastern.edu::0abaa260-3526-4801-a1ca-7e2423e20604" providerId="AD" clId="Web-{FE471AA5-5586-39F3-3120-9C97E25954FD}" dt="2025-12-04T18:34:55.996" v="79"/>
          <ac:spMkLst>
            <pc:docMk/>
            <pc:sldMk cId="3335876362" sldId="285"/>
            <ac:spMk id="13" creationId="{27CE2401-0060-8E98-1C38-049479B57DE4}"/>
          </ac:spMkLst>
        </pc:spChg>
        <pc:spChg chg="mod">
          <ac:chgData name="Anqi Lin" userId="S::lin.anq@northeastern.edu::0abaa260-3526-4801-a1ca-7e2423e20604" providerId="AD" clId="Web-{FE471AA5-5586-39F3-3120-9C97E25954FD}" dt="2025-12-04T18:42:29.916" v="190" actId="20577"/>
          <ac:spMkLst>
            <pc:docMk/>
            <pc:sldMk cId="3335876362" sldId="285"/>
            <ac:spMk id="15" creationId="{CCB10538-300B-B015-3AD9-C988C37D6CBB}"/>
          </ac:spMkLst>
        </pc:spChg>
        <pc:picChg chg="add mod modCrop">
          <ac:chgData name="Anqi Lin" userId="S::lin.anq@northeastern.edu::0abaa260-3526-4801-a1ca-7e2423e20604" providerId="AD" clId="Web-{FE471AA5-5586-39F3-3120-9C97E25954FD}" dt="2025-12-04T18:43:14.182" v="197" actId="14100"/>
          <ac:picMkLst>
            <pc:docMk/>
            <pc:sldMk cId="3335876362" sldId="285"/>
            <ac:picMk id="5" creationId="{D135785A-53FE-93D4-3EF2-A5C08B74DB8B}"/>
          </ac:picMkLst>
        </pc:picChg>
        <pc:picChg chg="add mod modCrop">
          <ac:chgData name="Anqi Lin" userId="S::lin.anq@northeastern.edu::0abaa260-3526-4801-a1ca-7e2423e20604" providerId="AD" clId="Web-{FE471AA5-5586-39F3-3120-9C97E25954FD}" dt="2025-12-04T18:43:29.604" v="204"/>
          <ac:picMkLst>
            <pc:docMk/>
            <pc:sldMk cId="3335876362" sldId="285"/>
            <ac:picMk id="8" creationId="{106D361C-8C16-FA3B-9EB6-F258F9F47581}"/>
          </ac:picMkLst>
        </pc:picChg>
      </pc:sldChg>
      <pc:sldChg chg="addSp delSp modSp">
        <pc:chgData name="Anqi Lin" userId="S::lin.anq@northeastern.edu::0abaa260-3526-4801-a1ca-7e2423e20604" providerId="AD" clId="Web-{FE471AA5-5586-39F3-3120-9C97E25954FD}" dt="2025-12-04T18:38:01.151" v="143" actId="1076"/>
        <pc:sldMkLst>
          <pc:docMk/>
          <pc:sldMk cId="3315613520" sldId="286"/>
        </pc:sldMkLst>
        <pc:spChg chg="add mod">
          <ac:chgData name="Anqi Lin" userId="S::lin.anq@northeastern.edu::0abaa260-3526-4801-a1ca-7e2423e20604" providerId="AD" clId="Web-{FE471AA5-5586-39F3-3120-9C97E25954FD}" dt="2025-12-04T18:21:59.809" v="35" actId="1076"/>
          <ac:spMkLst>
            <pc:docMk/>
            <pc:sldMk cId="3315613520" sldId="286"/>
            <ac:spMk id="3" creationId="{B22B650E-31F1-8D70-8CC6-226D8C925F86}"/>
          </ac:spMkLst>
        </pc:spChg>
        <pc:spChg chg="add del">
          <ac:chgData name="Anqi Lin" userId="S::lin.anq@northeastern.edu::0abaa260-3526-4801-a1ca-7e2423e20604" providerId="AD" clId="Web-{FE471AA5-5586-39F3-3120-9C97E25954FD}" dt="2025-12-04T18:21:52.372" v="34"/>
          <ac:spMkLst>
            <pc:docMk/>
            <pc:sldMk cId="3315613520" sldId="286"/>
            <ac:spMk id="6" creationId="{DC4E7E62-11FD-D852-27FE-E366EAF4F235}"/>
          </ac:spMkLst>
        </pc:spChg>
        <pc:spChg chg="add mod">
          <ac:chgData name="Anqi Lin" userId="S::lin.anq@northeastern.edu::0abaa260-3526-4801-a1ca-7e2423e20604" providerId="AD" clId="Web-{FE471AA5-5586-39F3-3120-9C97E25954FD}" dt="2025-12-04T18:36:41.433" v="111" actId="14100"/>
          <ac:spMkLst>
            <pc:docMk/>
            <pc:sldMk cId="3315613520" sldId="286"/>
            <ac:spMk id="13" creationId="{DE5572F4-8D4C-D3DF-E035-07A912068138}"/>
          </ac:spMkLst>
        </pc:spChg>
        <pc:spChg chg="add mod">
          <ac:chgData name="Anqi Lin" userId="S::lin.anq@northeastern.edu::0abaa260-3526-4801-a1ca-7e2423e20604" providerId="AD" clId="Web-{FE471AA5-5586-39F3-3120-9C97E25954FD}" dt="2025-12-04T18:37:47.620" v="142" actId="1076"/>
          <ac:spMkLst>
            <pc:docMk/>
            <pc:sldMk cId="3315613520" sldId="286"/>
            <ac:spMk id="14" creationId="{052D384B-FC96-BF28-CDCE-ACAB44609F61}"/>
          </ac:spMkLst>
        </pc:spChg>
        <pc:spChg chg="add mod">
          <ac:chgData name="Anqi Lin" userId="S::lin.anq@northeastern.edu::0abaa260-3526-4801-a1ca-7e2423e20604" providerId="AD" clId="Web-{FE471AA5-5586-39F3-3120-9C97E25954FD}" dt="2025-12-04T18:36:52.808" v="115" actId="1076"/>
          <ac:spMkLst>
            <pc:docMk/>
            <pc:sldMk cId="3315613520" sldId="286"/>
            <ac:spMk id="15" creationId="{AF50E383-6EAE-E40D-D602-041571C16D16}"/>
          </ac:spMkLst>
        </pc:spChg>
        <pc:spChg chg="add mod">
          <ac:chgData name="Anqi Lin" userId="S::lin.anq@northeastern.edu::0abaa260-3526-4801-a1ca-7e2423e20604" providerId="AD" clId="Web-{FE471AA5-5586-39F3-3120-9C97E25954FD}" dt="2025-12-04T18:38:01.151" v="143" actId="1076"/>
          <ac:spMkLst>
            <pc:docMk/>
            <pc:sldMk cId="3315613520" sldId="286"/>
            <ac:spMk id="19" creationId="{BA307595-D34E-E651-3F87-8818F31EB8BD}"/>
          </ac:spMkLst>
        </pc:spChg>
        <pc:spChg chg="add mod">
          <ac:chgData name="Anqi Lin" userId="S::lin.anq@northeastern.edu::0abaa260-3526-4801-a1ca-7e2423e20604" providerId="AD" clId="Web-{FE471AA5-5586-39F3-3120-9C97E25954FD}" dt="2025-12-04T18:37:30.386" v="139" actId="1076"/>
          <ac:spMkLst>
            <pc:docMk/>
            <pc:sldMk cId="3315613520" sldId="286"/>
            <ac:spMk id="20" creationId="{574D8422-422E-06C5-2C56-DD32DBBA2D6A}"/>
          </ac:spMkLst>
        </pc:spChg>
        <pc:grpChg chg="add del mod">
          <ac:chgData name="Anqi Lin" userId="S::lin.anq@northeastern.edu::0abaa260-3526-4801-a1ca-7e2423e20604" providerId="AD" clId="Web-{FE471AA5-5586-39F3-3120-9C97E25954FD}" dt="2025-12-04T18:35:00.683" v="80"/>
          <ac:grpSpMkLst>
            <pc:docMk/>
            <pc:sldMk cId="3315613520" sldId="286"/>
            <ac:grpSpMk id="18" creationId="{CBCD6072-0354-BFA4-BB80-978606BB8CA2}"/>
          </ac:grpSpMkLst>
        </pc:grpChg>
        <pc:picChg chg="add del mod">
          <ac:chgData name="Anqi Lin" userId="S::lin.anq@northeastern.edu::0abaa260-3526-4801-a1ca-7e2423e20604" providerId="AD" clId="Web-{FE471AA5-5586-39F3-3120-9C97E25954FD}" dt="2025-12-04T18:34:52.011" v="77"/>
          <ac:picMkLst>
            <pc:docMk/>
            <pc:sldMk cId="3315613520" sldId="286"/>
            <ac:picMk id="5" creationId="{9286F6AC-F13B-7280-AAFC-80929F7ACD17}"/>
          </ac:picMkLst>
        </pc:picChg>
        <pc:picChg chg="add del mod ord">
          <ac:chgData name="Anqi Lin" userId="S::lin.anq@northeastern.edu::0abaa260-3526-4801-a1ca-7e2423e20604" providerId="AD" clId="Web-{FE471AA5-5586-39F3-3120-9C97E25954FD}" dt="2025-12-04T18:34:49.105" v="75"/>
          <ac:picMkLst>
            <pc:docMk/>
            <pc:sldMk cId="3315613520" sldId="286"/>
            <ac:picMk id="7" creationId="{A4F73D75-5493-FAC9-7351-E3C16836219E}"/>
          </ac:picMkLst>
        </pc:picChg>
        <pc:picChg chg="add del mod modCrop">
          <ac:chgData name="Anqi Lin" userId="S::lin.anq@northeastern.edu::0abaa260-3526-4801-a1ca-7e2423e20604" providerId="AD" clId="Web-{FE471AA5-5586-39F3-3120-9C97E25954FD}" dt="2025-12-04T18:34:41.668" v="72"/>
          <ac:picMkLst>
            <pc:docMk/>
            <pc:sldMk cId="3315613520" sldId="286"/>
            <ac:picMk id="8" creationId="{2A4C8827-AB1A-1442-412D-B759E3943EAA}"/>
          </ac:picMkLst>
        </pc:picChg>
        <pc:picChg chg="add mod ord">
          <ac:chgData name="Anqi Lin" userId="S::lin.anq@northeastern.edu::0abaa260-3526-4801-a1ca-7e2423e20604" providerId="AD" clId="Web-{FE471AA5-5586-39F3-3120-9C97E25954FD}" dt="2025-12-04T18:35:15.371" v="82"/>
          <ac:picMkLst>
            <pc:docMk/>
            <pc:sldMk cId="3315613520" sldId="286"/>
            <ac:picMk id="9" creationId="{29444E09-541D-B617-AE4C-3CDCE83C724A}"/>
          </ac:picMkLst>
        </pc:picChg>
        <pc:picChg chg="add mod modCrop">
          <ac:chgData name="Anqi Lin" userId="S::lin.anq@northeastern.edu::0abaa260-3526-4801-a1ca-7e2423e20604" providerId="AD" clId="Web-{FE471AA5-5586-39F3-3120-9C97E25954FD}" dt="2025-12-04T18:35:30.761" v="87"/>
          <ac:picMkLst>
            <pc:docMk/>
            <pc:sldMk cId="3315613520" sldId="286"/>
            <ac:picMk id="10" creationId="{91A30511-69CE-80A0-8645-0F4FB4D05178}"/>
          </ac:picMkLst>
        </pc:picChg>
      </pc:sldChg>
      <pc:sldChg chg="del">
        <pc:chgData name="Anqi Lin" userId="S::lin.anq@northeastern.edu::0abaa260-3526-4801-a1ca-7e2423e20604" providerId="AD" clId="Web-{FE471AA5-5586-39F3-3120-9C97E25954FD}" dt="2025-12-04T18:23:31.481" v="44"/>
        <pc:sldMkLst>
          <pc:docMk/>
          <pc:sldMk cId="3929182259" sldId="288"/>
        </pc:sldMkLst>
      </pc:sldChg>
      <pc:sldChg chg="addSp modSp ord">
        <pc:chgData name="Anqi Lin" userId="S::lin.anq@northeastern.edu::0abaa260-3526-4801-a1ca-7e2423e20604" providerId="AD" clId="Web-{FE471AA5-5586-39F3-3120-9C97E25954FD}" dt="2025-12-04T18:55:46.227" v="330" actId="20577"/>
        <pc:sldMkLst>
          <pc:docMk/>
          <pc:sldMk cId="380724459" sldId="289"/>
        </pc:sldMkLst>
        <pc:spChg chg="mod">
          <ac:chgData name="Anqi Lin" userId="S::lin.anq@northeastern.edu::0abaa260-3526-4801-a1ca-7e2423e20604" providerId="AD" clId="Web-{FE471AA5-5586-39F3-3120-9C97E25954FD}" dt="2025-12-04T18:55:46.227" v="330" actId="20577"/>
          <ac:spMkLst>
            <pc:docMk/>
            <pc:sldMk cId="380724459" sldId="289"/>
            <ac:spMk id="6" creationId="{1C0F70E7-C9ED-AB53-E4EA-6211F55CD639}"/>
          </ac:spMkLst>
        </pc:spChg>
        <pc:picChg chg="add mod modCrop">
          <ac:chgData name="Anqi Lin" userId="S::lin.anq@northeastern.edu::0abaa260-3526-4801-a1ca-7e2423e20604" providerId="AD" clId="Web-{FE471AA5-5586-39F3-3120-9C97E25954FD}" dt="2025-12-04T18:41:17.322" v="167" actId="14100"/>
          <ac:picMkLst>
            <pc:docMk/>
            <pc:sldMk cId="380724459" sldId="289"/>
            <ac:picMk id="2" creationId="{ABEEAC25-0987-AB2C-1090-2396DF85526F}"/>
          </ac:picMkLst>
        </pc:picChg>
        <pc:picChg chg="add mod modCrop">
          <ac:chgData name="Anqi Lin" userId="S::lin.anq@northeastern.edu::0abaa260-3526-4801-a1ca-7e2423e20604" providerId="AD" clId="Web-{FE471AA5-5586-39F3-3120-9C97E25954FD}" dt="2025-12-04T18:41:51.151" v="179"/>
          <ac:picMkLst>
            <pc:docMk/>
            <pc:sldMk cId="380724459" sldId="289"/>
            <ac:picMk id="3" creationId="{2A8D8AC4-3AE1-C1EB-FDA2-3D59F541ECAB}"/>
          </ac:picMkLst>
        </pc:picChg>
        <pc:picChg chg="add mod modCrop">
          <ac:chgData name="Anqi Lin" userId="S::lin.anq@northeastern.edu::0abaa260-3526-4801-a1ca-7e2423e20604" providerId="AD" clId="Web-{FE471AA5-5586-39F3-3120-9C97E25954FD}" dt="2025-12-04T18:41:55.760" v="181"/>
          <ac:picMkLst>
            <pc:docMk/>
            <pc:sldMk cId="380724459" sldId="289"/>
            <ac:picMk id="5" creationId="{608EAA60-A16C-3784-E534-C8E54823585D}"/>
          </ac:picMkLst>
        </pc:picChg>
        <pc:picChg chg="add mod">
          <ac:chgData name="Anqi Lin" userId="S::lin.anq@northeastern.edu::0abaa260-3526-4801-a1ca-7e2423e20604" providerId="AD" clId="Web-{FE471AA5-5586-39F3-3120-9C97E25954FD}" dt="2025-12-04T18:41:44.557" v="176" actId="1076"/>
          <ac:picMkLst>
            <pc:docMk/>
            <pc:sldMk cId="380724459" sldId="289"/>
            <ac:picMk id="8" creationId="{FBA18531-1CDA-EACD-BAC5-080D6983CC45}"/>
          </ac:picMkLst>
        </pc:picChg>
        <pc:picChg chg="add mod modCrop">
          <ac:chgData name="Anqi Lin" userId="S::lin.anq@northeastern.edu::0abaa260-3526-4801-a1ca-7e2423e20604" providerId="AD" clId="Web-{FE471AA5-5586-39F3-3120-9C97E25954FD}" dt="2025-12-04T18:42:08.604" v="184" actId="1076"/>
          <ac:picMkLst>
            <pc:docMk/>
            <pc:sldMk cId="380724459" sldId="289"/>
            <ac:picMk id="9" creationId="{4877FC77-C9DF-BA7D-13AB-AAA188B55B9D}"/>
          </ac:picMkLst>
        </pc:picChg>
        <pc:picChg chg="add mod modCrop">
          <ac:chgData name="Anqi Lin" userId="S::lin.anq@northeastern.edu::0abaa260-3526-4801-a1ca-7e2423e20604" providerId="AD" clId="Web-{FE471AA5-5586-39F3-3120-9C97E25954FD}" dt="2025-12-04T18:42:18.510" v="189"/>
          <ac:picMkLst>
            <pc:docMk/>
            <pc:sldMk cId="380724459" sldId="289"/>
            <ac:picMk id="10" creationId="{6075C1E5-F128-4224-AAB5-EB9D4E4216E5}"/>
          </ac:picMkLst>
        </pc:picChg>
      </pc:sldChg>
      <pc:sldChg chg="addSp modSp ord">
        <pc:chgData name="Anqi Lin" userId="S::lin.anq@northeastern.edu::0abaa260-3526-4801-a1ca-7e2423e20604" providerId="AD" clId="Web-{FE471AA5-5586-39F3-3120-9C97E25954FD}" dt="2025-12-04T18:55:52.946" v="336" actId="20577"/>
        <pc:sldMkLst>
          <pc:docMk/>
          <pc:sldMk cId="3505136885" sldId="290"/>
        </pc:sldMkLst>
        <pc:spChg chg="mod">
          <ac:chgData name="Anqi Lin" userId="S::lin.anq@northeastern.edu::0abaa260-3526-4801-a1ca-7e2423e20604" providerId="AD" clId="Web-{FE471AA5-5586-39F3-3120-9C97E25954FD}" dt="2025-12-04T18:55:52.946" v="336" actId="20577"/>
          <ac:spMkLst>
            <pc:docMk/>
            <pc:sldMk cId="3505136885" sldId="290"/>
            <ac:spMk id="6" creationId="{8E995305-1886-067A-24C4-86C996749D21}"/>
          </ac:spMkLst>
        </pc:spChg>
        <pc:picChg chg="add mod modCrop">
          <ac:chgData name="Anqi Lin" userId="S::lin.anq@northeastern.edu::0abaa260-3526-4801-a1ca-7e2423e20604" providerId="AD" clId="Web-{FE471AA5-5586-39F3-3120-9C97E25954FD}" dt="2025-12-04T18:44:01.525" v="209" actId="14100"/>
          <ac:picMkLst>
            <pc:docMk/>
            <pc:sldMk cId="3505136885" sldId="290"/>
            <ac:picMk id="2" creationId="{F5CFFC50-1323-C72F-E641-3FD8DCF2C8C0}"/>
          </ac:picMkLst>
        </pc:picChg>
      </pc:sldChg>
      <pc:sldChg chg="addSp modSp ord">
        <pc:chgData name="Anqi Lin" userId="S::lin.anq@northeastern.edu::0abaa260-3526-4801-a1ca-7e2423e20604" providerId="AD" clId="Web-{FE471AA5-5586-39F3-3120-9C97E25954FD}" dt="2025-12-04T18:55:59.196" v="339" actId="20577"/>
        <pc:sldMkLst>
          <pc:docMk/>
          <pc:sldMk cId="3314552854" sldId="291"/>
        </pc:sldMkLst>
        <pc:spChg chg="mod">
          <ac:chgData name="Anqi Lin" userId="S::lin.anq@northeastern.edu::0abaa260-3526-4801-a1ca-7e2423e20604" providerId="AD" clId="Web-{FE471AA5-5586-39F3-3120-9C97E25954FD}" dt="2025-12-04T18:55:59.196" v="339" actId="20577"/>
          <ac:spMkLst>
            <pc:docMk/>
            <pc:sldMk cId="3314552854" sldId="291"/>
            <ac:spMk id="6" creationId="{FB770A78-AAC0-7B06-A773-32B007306274}"/>
          </ac:spMkLst>
        </pc:spChg>
        <pc:picChg chg="add mod modCrop">
          <ac:chgData name="Anqi Lin" userId="S::lin.anq@northeastern.edu::0abaa260-3526-4801-a1ca-7e2423e20604" providerId="AD" clId="Web-{FE471AA5-5586-39F3-3120-9C97E25954FD}" dt="2025-12-04T18:44:46.385" v="218"/>
          <ac:picMkLst>
            <pc:docMk/>
            <pc:sldMk cId="3314552854" sldId="291"/>
            <ac:picMk id="2" creationId="{17FE2924-B4E3-E975-00BB-09EB0F9FE466}"/>
          </ac:picMkLst>
        </pc:picChg>
      </pc:sldChg>
      <pc:sldChg chg="addSp modSp ord">
        <pc:chgData name="Anqi Lin" userId="S::lin.anq@northeastern.edu::0abaa260-3526-4801-a1ca-7e2423e20604" providerId="AD" clId="Web-{FE471AA5-5586-39F3-3120-9C97E25954FD}" dt="2025-12-04T18:56:03.540" v="342" actId="20577"/>
        <pc:sldMkLst>
          <pc:docMk/>
          <pc:sldMk cId="2138595703" sldId="292"/>
        </pc:sldMkLst>
        <pc:spChg chg="mod">
          <ac:chgData name="Anqi Lin" userId="S::lin.anq@northeastern.edu::0abaa260-3526-4801-a1ca-7e2423e20604" providerId="AD" clId="Web-{FE471AA5-5586-39F3-3120-9C97E25954FD}" dt="2025-12-04T18:56:03.540" v="342" actId="20577"/>
          <ac:spMkLst>
            <pc:docMk/>
            <pc:sldMk cId="2138595703" sldId="292"/>
            <ac:spMk id="6" creationId="{1607551C-DA35-C73A-52ED-16618DDC571C}"/>
          </ac:spMkLst>
        </pc:spChg>
        <pc:spChg chg="ord">
          <ac:chgData name="Anqi Lin" userId="S::lin.anq@northeastern.edu::0abaa260-3526-4801-a1ca-7e2423e20604" providerId="AD" clId="Web-{FE471AA5-5586-39F3-3120-9C97E25954FD}" dt="2025-12-04T18:45:44.338" v="228"/>
          <ac:spMkLst>
            <pc:docMk/>
            <pc:sldMk cId="2138595703" sldId="292"/>
            <ac:spMk id="13" creationId="{0700AE01-95A0-17E2-EBE2-520456996FAD}"/>
          </ac:spMkLst>
        </pc:spChg>
        <pc:grpChg chg="add mod">
          <ac:chgData name="Anqi Lin" userId="S::lin.anq@northeastern.edu::0abaa260-3526-4801-a1ca-7e2423e20604" providerId="AD" clId="Web-{FE471AA5-5586-39F3-3120-9C97E25954FD}" dt="2025-12-04T18:45:52.463" v="230" actId="14100"/>
          <ac:grpSpMkLst>
            <pc:docMk/>
            <pc:sldMk cId="2138595703" sldId="292"/>
            <ac:grpSpMk id="5" creationId="{2F61EC7F-1F1B-ABC5-966A-124E26059AEE}"/>
          </ac:grpSpMkLst>
        </pc:grpChg>
        <pc:picChg chg="add mod modCrop">
          <ac:chgData name="Anqi Lin" userId="S::lin.anq@northeastern.edu::0abaa260-3526-4801-a1ca-7e2423e20604" providerId="AD" clId="Web-{FE471AA5-5586-39F3-3120-9C97E25954FD}" dt="2025-12-04T18:45:11.228" v="222" actId="1076"/>
          <ac:picMkLst>
            <pc:docMk/>
            <pc:sldMk cId="2138595703" sldId="292"/>
            <ac:picMk id="2" creationId="{A739B9B2-5253-C24D-CBDD-78484FF6D46D}"/>
          </ac:picMkLst>
        </pc:picChg>
        <pc:picChg chg="add mod">
          <ac:chgData name="Anqi Lin" userId="S::lin.anq@northeastern.edu::0abaa260-3526-4801-a1ca-7e2423e20604" providerId="AD" clId="Web-{FE471AA5-5586-39F3-3120-9C97E25954FD}" dt="2025-12-04T18:45:33.510" v="226" actId="1076"/>
          <ac:picMkLst>
            <pc:docMk/>
            <pc:sldMk cId="2138595703" sldId="292"/>
            <ac:picMk id="3" creationId="{BF36E644-3A88-ADEB-9C3A-3BE8B166EC20}"/>
          </ac:picMkLst>
        </pc:picChg>
      </pc:sldChg>
      <pc:sldChg chg="addSp delSp modSp add replId">
        <pc:chgData name="Anqi Lin" userId="S::lin.anq@northeastern.edu::0abaa260-3526-4801-a1ca-7e2423e20604" providerId="AD" clId="Web-{FE471AA5-5586-39F3-3120-9C97E25954FD}" dt="2025-12-04T18:55:32.133" v="315"/>
        <pc:sldMkLst>
          <pc:docMk/>
          <pc:sldMk cId="2516852649" sldId="299"/>
        </pc:sldMkLst>
        <pc:spChg chg="add del">
          <ac:chgData name="Anqi Lin" userId="S::lin.anq@northeastern.edu::0abaa260-3526-4801-a1ca-7e2423e20604" providerId="AD" clId="Web-{FE471AA5-5586-39F3-3120-9C97E25954FD}" dt="2025-12-04T18:55:32.133" v="315"/>
          <ac:spMkLst>
            <pc:docMk/>
            <pc:sldMk cId="2516852649" sldId="299"/>
            <ac:spMk id="6" creationId="{AAD34649-E797-6F05-31D1-A908B27A9CF6}"/>
          </ac:spMkLst>
        </pc:spChg>
        <pc:spChg chg="add del">
          <ac:chgData name="Anqi Lin" userId="S::lin.anq@northeastern.edu::0abaa260-3526-4801-a1ca-7e2423e20604" providerId="AD" clId="Web-{FE471AA5-5586-39F3-3120-9C97E25954FD}" dt="2025-12-04T18:55:31.665" v="314"/>
          <ac:spMkLst>
            <pc:docMk/>
            <pc:sldMk cId="2516852649" sldId="299"/>
            <ac:spMk id="7" creationId="{5895726D-99B8-996A-F9B4-6D95959EB6EB}"/>
          </ac:spMkLst>
        </pc:spChg>
        <pc:spChg chg="mod">
          <ac:chgData name="Anqi Lin" userId="S::lin.anq@northeastern.edu::0abaa260-3526-4801-a1ca-7e2423e20604" providerId="AD" clId="Web-{FE471AA5-5586-39F3-3120-9C97E25954FD}" dt="2025-12-04T18:18:19.888" v="12" actId="20577"/>
          <ac:spMkLst>
            <pc:docMk/>
            <pc:sldMk cId="2516852649" sldId="299"/>
            <ac:spMk id="13" creationId="{22D119DA-8F31-E59A-DF40-85D96BA4896E}"/>
          </ac:spMkLst>
        </pc:spChg>
        <pc:spChg chg="mod">
          <ac:chgData name="Anqi Lin" userId="S::lin.anq@northeastern.edu::0abaa260-3526-4801-a1ca-7e2423e20604" providerId="AD" clId="Web-{FE471AA5-5586-39F3-3120-9C97E25954FD}" dt="2025-12-04T18:18:31.013" v="15" actId="20577"/>
          <ac:spMkLst>
            <pc:docMk/>
            <pc:sldMk cId="2516852649" sldId="299"/>
            <ac:spMk id="15" creationId="{5547C0F1-D992-D374-1558-0B3E37E8280D}"/>
          </ac:spMkLst>
        </pc:spChg>
      </pc:sldChg>
      <pc:sldChg chg="addSp delSp modSp add ord replId">
        <pc:chgData name="Anqi Lin" userId="S::lin.anq@northeastern.edu::0abaa260-3526-4801-a1ca-7e2423e20604" providerId="AD" clId="Web-{FE471AA5-5586-39F3-3120-9C97E25954FD}" dt="2025-12-04T18:40:04.135" v="161"/>
        <pc:sldMkLst>
          <pc:docMk/>
          <pc:sldMk cId="1496129469" sldId="300"/>
        </pc:sldMkLst>
        <pc:spChg chg="del">
          <ac:chgData name="Anqi Lin" userId="S::lin.anq@northeastern.edu::0abaa260-3526-4801-a1ca-7e2423e20604" providerId="AD" clId="Web-{FE471AA5-5586-39F3-3120-9C97E25954FD}" dt="2025-12-04T18:39:03.010" v="147"/>
          <ac:spMkLst>
            <pc:docMk/>
            <pc:sldMk cId="1496129469" sldId="300"/>
            <ac:spMk id="13" creationId="{1C297DFB-8252-E091-8159-39FA629E155D}"/>
          </ac:spMkLst>
        </pc:spChg>
        <pc:spChg chg="del">
          <ac:chgData name="Anqi Lin" userId="S::lin.anq@northeastern.edu::0abaa260-3526-4801-a1ca-7e2423e20604" providerId="AD" clId="Web-{FE471AA5-5586-39F3-3120-9C97E25954FD}" dt="2025-12-04T18:39:05.167" v="148"/>
          <ac:spMkLst>
            <pc:docMk/>
            <pc:sldMk cId="1496129469" sldId="300"/>
            <ac:spMk id="14" creationId="{728A4391-659F-76F4-E294-63F374E56F4F}"/>
          </ac:spMkLst>
        </pc:spChg>
        <pc:spChg chg="del">
          <ac:chgData name="Anqi Lin" userId="S::lin.anq@northeastern.edu::0abaa260-3526-4801-a1ca-7e2423e20604" providerId="AD" clId="Web-{FE471AA5-5586-39F3-3120-9C97E25954FD}" dt="2025-12-04T18:39:07.338" v="149"/>
          <ac:spMkLst>
            <pc:docMk/>
            <pc:sldMk cId="1496129469" sldId="300"/>
            <ac:spMk id="15" creationId="{E127D02A-E1D0-621F-BED0-8FBCEE1F54A2}"/>
          </ac:spMkLst>
        </pc:spChg>
        <pc:spChg chg="del">
          <ac:chgData name="Anqi Lin" userId="S::lin.anq@northeastern.edu::0abaa260-3526-4801-a1ca-7e2423e20604" providerId="AD" clId="Web-{FE471AA5-5586-39F3-3120-9C97E25954FD}" dt="2025-12-04T18:39:12.354" v="151"/>
          <ac:spMkLst>
            <pc:docMk/>
            <pc:sldMk cId="1496129469" sldId="300"/>
            <ac:spMk id="19" creationId="{4894291D-F89E-6602-C33F-8F5EDED2B34E}"/>
          </ac:spMkLst>
        </pc:spChg>
        <pc:spChg chg="del">
          <ac:chgData name="Anqi Lin" userId="S::lin.anq@northeastern.edu::0abaa260-3526-4801-a1ca-7e2423e20604" providerId="AD" clId="Web-{FE471AA5-5586-39F3-3120-9C97E25954FD}" dt="2025-12-04T18:39:09.479" v="150"/>
          <ac:spMkLst>
            <pc:docMk/>
            <pc:sldMk cId="1496129469" sldId="300"/>
            <ac:spMk id="20" creationId="{C121B1D6-E1B0-D097-D10E-1024DE8B3AEB}"/>
          </ac:spMkLst>
        </pc:spChg>
        <pc:picChg chg="add mod ord modCrop">
          <ac:chgData name="Anqi Lin" userId="S::lin.anq@northeastern.edu::0abaa260-3526-4801-a1ca-7e2423e20604" providerId="AD" clId="Web-{FE471AA5-5586-39F3-3120-9C97E25954FD}" dt="2025-12-04T18:39:55.541" v="160"/>
          <ac:picMkLst>
            <pc:docMk/>
            <pc:sldMk cId="1496129469" sldId="300"/>
            <ac:picMk id="2" creationId="{00BC3A27-F871-2ECF-ABE1-B42C69DE798B}"/>
          </ac:picMkLst>
        </pc:picChg>
        <pc:picChg chg="del">
          <ac:chgData name="Anqi Lin" userId="S::lin.anq@northeastern.edu::0abaa260-3526-4801-a1ca-7e2423e20604" providerId="AD" clId="Web-{FE471AA5-5586-39F3-3120-9C97E25954FD}" dt="2025-12-04T18:38:59.276" v="146"/>
          <ac:picMkLst>
            <pc:docMk/>
            <pc:sldMk cId="1496129469" sldId="300"/>
            <ac:picMk id="9" creationId="{F1CBAC1A-64AA-5F04-C406-355F5F22613A}"/>
          </ac:picMkLst>
        </pc:picChg>
        <pc:picChg chg="del">
          <ac:chgData name="Anqi Lin" userId="S::lin.anq@northeastern.edu::0abaa260-3526-4801-a1ca-7e2423e20604" providerId="AD" clId="Web-{FE471AA5-5586-39F3-3120-9C97E25954FD}" dt="2025-12-04T18:39:14.495" v="152"/>
          <ac:picMkLst>
            <pc:docMk/>
            <pc:sldMk cId="1496129469" sldId="300"/>
            <ac:picMk id="10" creationId="{C13167B6-FFCB-62D6-301B-8C0E7DDA96A9}"/>
          </ac:picMkLst>
        </pc:picChg>
      </pc:sldChg>
      <pc:sldChg chg="delSp modSp add del replId">
        <pc:chgData name="Anqi Lin" userId="S::lin.anq@northeastern.edu::0abaa260-3526-4801-a1ca-7e2423e20604" providerId="AD" clId="Web-{FE471AA5-5586-39F3-3120-9C97E25954FD}" dt="2025-12-04T18:23:25.746" v="43"/>
        <pc:sldMkLst>
          <pc:docMk/>
          <pc:sldMk cId="1875369270" sldId="300"/>
        </pc:sldMkLst>
        <pc:spChg chg="mod">
          <ac:chgData name="Anqi Lin" userId="S::lin.anq@northeastern.edu::0abaa260-3526-4801-a1ca-7e2423e20604" providerId="AD" clId="Web-{FE471AA5-5586-39F3-3120-9C97E25954FD}" dt="2025-12-04T18:22:36.934" v="40" actId="20577"/>
          <ac:spMkLst>
            <pc:docMk/>
            <pc:sldMk cId="1875369270" sldId="300"/>
            <ac:spMk id="3" creationId="{6BFB876F-D1EB-8B60-4B7E-E45C457ACE92}"/>
          </ac:spMkLst>
        </pc:spChg>
        <pc:grpChg chg="del">
          <ac:chgData name="Anqi Lin" userId="S::lin.anq@northeastern.edu::0abaa260-3526-4801-a1ca-7e2423e20604" providerId="AD" clId="Web-{FE471AA5-5586-39F3-3120-9C97E25954FD}" dt="2025-12-04T18:23:19.778" v="42"/>
          <ac:grpSpMkLst>
            <pc:docMk/>
            <pc:sldMk cId="1875369270" sldId="300"/>
            <ac:grpSpMk id="18" creationId="{AB2E531B-20C7-A09B-55B4-86A27A5D1B72}"/>
          </ac:grpSpMkLst>
        </pc:grpChg>
        <pc:picChg chg="del topLvl">
          <ac:chgData name="Anqi Lin" userId="S::lin.anq@northeastern.edu::0abaa260-3526-4801-a1ca-7e2423e20604" providerId="AD" clId="Web-{FE471AA5-5586-39F3-3120-9C97E25954FD}" dt="2025-12-04T18:23:19.778" v="42"/>
          <ac:picMkLst>
            <pc:docMk/>
            <pc:sldMk cId="1875369270" sldId="300"/>
            <ac:picMk id="11" creationId="{AFB79794-6F97-4591-CD80-3161934AC0BD}"/>
          </ac:picMkLst>
        </pc:picChg>
        <pc:picChg chg="del">
          <ac:chgData name="Anqi Lin" userId="S::lin.anq@northeastern.edu::0abaa260-3526-4801-a1ca-7e2423e20604" providerId="AD" clId="Web-{FE471AA5-5586-39F3-3120-9C97E25954FD}" dt="2025-12-04T18:23:14.403" v="41"/>
          <ac:picMkLst>
            <pc:docMk/>
            <pc:sldMk cId="1875369270" sldId="300"/>
            <ac:picMk id="16" creationId="{99D483CB-B7D0-F9CE-301C-7F608E72E1AD}"/>
          </ac:picMkLst>
        </pc:picChg>
        <pc:picChg chg="topLvl">
          <ac:chgData name="Anqi Lin" userId="S::lin.anq@northeastern.edu::0abaa260-3526-4801-a1ca-7e2423e20604" providerId="AD" clId="Web-{FE471AA5-5586-39F3-3120-9C97E25954FD}" dt="2025-12-04T18:23:19.778" v="42"/>
          <ac:picMkLst>
            <pc:docMk/>
            <pc:sldMk cId="1875369270" sldId="300"/>
            <ac:picMk id="17" creationId="{FABC8595-61E4-2E02-8135-AB5131FD022E}"/>
          </ac:picMkLst>
        </pc:picChg>
      </pc:sldChg>
    </pc:docChg>
  </pc:docChgLst>
  <pc:docChgLst>
    <pc:chgData name="Xinrui Shi" userId="S::shi.xinrui@northeastern.edu::e53c2b57-3937-4276-8aa3-3158c3865b1c" providerId="AD" clId="Web-{83D975E6-0B22-1EA3-DD71-CC3ABC145BE1}"/>
    <pc:docChg chg="modSld">
      <pc:chgData name="Xinrui Shi" userId="S::shi.xinrui@northeastern.edu::e53c2b57-3937-4276-8aa3-3158c3865b1c" providerId="AD" clId="Web-{83D975E6-0B22-1EA3-DD71-CC3ABC145BE1}" dt="2025-11-25T18:21:17.689" v="4" actId="20577"/>
      <pc:docMkLst>
        <pc:docMk/>
      </pc:docMkLst>
      <pc:sldChg chg="modSp">
        <pc:chgData name="Xinrui Shi" userId="S::shi.xinrui@northeastern.edu::e53c2b57-3937-4276-8aa3-3158c3865b1c" providerId="AD" clId="Web-{83D975E6-0B22-1EA3-DD71-CC3ABC145BE1}" dt="2025-11-25T18:21:17.689" v="4" actId="20577"/>
        <pc:sldMkLst>
          <pc:docMk/>
          <pc:sldMk cId="2989287001" sldId="280"/>
        </pc:sldMkLst>
        <pc:spChg chg="mod">
          <ac:chgData name="Xinrui Shi" userId="S::shi.xinrui@northeastern.edu::e53c2b57-3937-4276-8aa3-3158c3865b1c" providerId="AD" clId="Web-{83D975E6-0B22-1EA3-DD71-CC3ABC145BE1}" dt="2025-11-25T18:21:17.689" v="4" actId="20577"/>
          <ac:spMkLst>
            <pc:docMk/>
            <pc:sldMk cId="2989287001" sldId="280"/>
            <ac:spMk id="2" creationId="{F9360DBF-EFE5-CE14-2684-4823DECC6583}"/>
          </ac:spMkLst>
        </pc:spChg>
      </pc:sldChg>
    </pc:docChg>
  </pc:docChgLst>
  <pc:docChgLst>
    <pc:chgData name="Xinrui Shi" userId="S::shi.xinrui@northeastern.edu::e53c2b57-3937-4276-8aa3-3158c3865b1c" providerId="AD" clId="Web-{DAF85902-D5D6-F9A1-E413-6FA009AB5A53}"/>
    <pc:docChg chg="addSld delSld modSld">
      <pc:chgData name="Xinrui Shi" userId="S::shi.xinrui@northeastern.edu::e53c2b57-3937-4276-8aa3-3158c3865b1c" providerId="AD" clId="Web-{DAF85902-D5D6-F9A1-E413-6FA009AB5A53}" dt="2025-11-28T20:57:28.325" v="49" actId="1076"/>
      <pc:docMkLst>
        <pc:docMk/>
      </pc:docMkLst>
      <pc:sldChg chg="delSp">
        <pc:chgData name="Xinrui Shi" userId="S::shi.xinrui@northeastern.edu::e53c2b57-3937-4276-8aa3-3158c3865b1c" providerId="AD" clId="Web-{DAF85902-D5D6-F9A1-E413-6FA009AB5A53}" dt="2025-11-28T20:41:05.629" v="1"/>
        <pc:sldMkLst>
          <pc:docMk/>
          <pc:sldMk cId="1073825002" sldId="281"/>
        </pc:sldMkLst>
      </pc:sldChg>
      <pc:sldChg chg="delSp modSp">
        <pc:chgData name="Xinrui Shi" userId="S::shi.xinrui@northeastern.edu::e53c2b57-3937-4276-8aa3-3158c3865b1c" providerId="AD" clId="Web-{DAF85902-D5D6-F9A1-E413-6FA009AB5A53}" dt="2025-11-28T20:41:21.363" v="3"/>
        <pc:sldMkLst>
          <pc:docMk/>
          <pc:sldMk cId="1965109111" sldId="294"/>
        </pc:sldMkLst>
      </pc:sldChg>
      <pc:sldChg chg="addSp delSp modSp">
        <pc:chgData name="Xinrui Shi" userId="S::shi.xinrui@northeastern.edu::e53c2b57-3937-4276-8aa3-3158c3865b1c" providerId="AD" clId="Web-{DAF85902-D5D6-F9A1-E413-6FA009AB5A53}" dt="2025-11-28T20:53:03.557" v="26"/>
        <pc:sldMkLst>
          <pc:docMk/>
          <pc:sldMk cId="561742585" sldId="295"/>
        </pc:sldMkLst>
        <pc:spChg chg="mod">
          <ac:chgData name="Xinrui Shi" userId="S::shi.xinrui@northeastern.edu::e53c2b57-3937-4276-8aa3-3158c3865b1c" providerId="AD" clId="Web-{DAF85902-D5D6-F9A1-E413-6FA009AB5A53}" dt="2025-11-28T20:52:08.307" v="22" actId="20577"/>
          <ac:spMkLst>
            <pc:docMk/>
            <pc:sldMk cId="561742585" sldId="295"/>
            <ac:spMk id="2" creationId="{97B397BF-9779-5143-63A9-4FF02E7B47EB}"/>
          </ac:spMkLst>
        </pc:spChg>
        <pc:picChg chg="mod">
          <ac:chgData name="Xinrui Shi" userId="S::shi.xinrui@northeastern.edu::e53c2b57-3937-4276-8aa3-3158c3865b1c" providerId="AD" clId="Web-{DAF85902-D5D6-F9A1-E413-6FA009AB5A53}" dt="2025-11-28T20:52:12.526" v="23" actId="1076"/>
          <ac:picMkLst>
            <pc:docMk/>
            <pc:sldMk cId="561742585" sldId="295"/>
            <ac:picMk id="5" creationId="{5AC6CDCB-0CF8-7527-28E3-2A4EFF419943}"/>
          </ac:picMkLst>
        </pc:picChg>
      </pc:sldChg>
      <pc:sldChg chg="addSp delSp modSp">
        <pc:chgData name="Xinrui Shi" userId="S::shi.xinrui@northeastern.edu::e53c2b57-3937-4276-8aa3-3158c3865b1c" providerId="AD" clId="Web-{DAF85902-D5D6-F9A1-E413-6FA009AB5A53}" dt="2025-11-28T20:55:58.012" v="35"/>
        <pc:sldMkLst>
          <pc:docMk/>
          <pc:sldMk cId="1837615697" sldId="296"/>
        </pc:sldMkLst>
        <pc:spChg chg="mod">
          <ac:chgData name="Xinrui Shi" userId="S::shi.xinrui@northeastern.edu::e53c2b57-3937-4276-8aa3-3158c3865b1c" providerId="AD" clId="Web-{DAF85902-D5D6-F9A1-E413-6FA009AB5A53}" dt="2025-11-28T20:51:40.026" v="16" actId="20577"/>
          <ac:spMkLst>
            <pc:docMk/>
            <pc:sldMk cId="1837615697" sldId="296"/>
            <ac:spMk id="2" creationId="{51CDEDC2-2719-99CE-BA6C-43F0742FA95A}"/>
          </ac:spMkLst>
        </pc:spChg>
        <pc:picChg chg="mod">
          <ac:chgData name="Xinrui Shi" userId="S::shi.xinrui@northeastern.edu::e53c2b57-3937-4276-8aa3-3158c3865b1c" providerId="AD" clId="Web-{DAF85902-D5D6-F9A1-E413-6FA009AB5A53}" dt="2025-11-28T20:51:44.026" v="17" actId="1076"/>
          <ac:picMkLst>
            <pc:docMk/>
            <pc:sldMk cId="1837615697" sldId="296"/>
            <ac:picMk id="5" creationId="{60F77205-3E35-EA93-2A1E-139F8AF43814}"/>
          </ac:picMkLst>
        </pc:picChg>
      </pc:sldChg>
      <pc:sldChg chg="addSp delSp modSp add replId">
        <pc:chgData name="Xinrui Shi" userId="S::shi.xinrui@northeastern.edu::e53c2b57-3937-4276-8aa3-3158c3865b1c" providerId="AD" clId="Web-{DAF85902-D5D6-F9A1-E413-6FA009AB5A53}" dt="2025-11-28T20:57:28.325" v="49" actId="1076"/>
        <pc:sldMkLst>
          <pc:docMk/>
          <pc:sldMk cId="2969581734" sldId="297"/>
        </pc:sldMkLst>
        <pc:picChg chg="add mod">
          <ac:chgData name="Xinrui Shi" userId="S::shi.xinrui@northeastern.edu::e53c2b57-3937-4276-8aa3-3158c3865b1c" providerId="AD" clId="Web-{DAF85902-D5D6-F9A1-E413-6FA009AB5A53}" dt="2025-11-28T20:57:28.325" v="49" actId="1076"/>
          <ac:picMkLst>
            <pc:docMk/>
            <pc:sldMk cId="2969581734" sldId="297"/>
            <ac:picMk id="8" creationId="{E23AB27D-4E4B-B284-4DAD-1D30B9F509FF}"/>
          </ac:picMkLst>
        </pc:picChg>
      </pc:sldChg>
      <pc:sldChg chg="addSp delSp modSp add replId">
        <pc:chgData name="Xinrui Shi" userId="S::shi.xinrui@northeastern.edu::e53c2b57-3937-4276-8aa3-3158c3865b1c" providerId="AD" clId="Web-{DAF85902-D5D6-F9A1-E413-6FA009AB5A53}" dt="2025-11-28T20:57:17.528" v="44" actId="1076"/>
        <pc:sldMkLst>
          <pc:docMk/>
          <pc:sldMk cId="3366942025" sldId="298"/>
        </pc:sldMkLst>
        <pc:picChg chg="add mod">
          <ac:chgData name="Xinrui Shi" userId="S::shi.xinrui@northeastern.edu::e53c2b57-3937-4276-8aa3-3158c3865b1c" providerId="AD" clId="Web-{DAF85902-D5D6-F9A1-E413-6FA009AB5A53}" dt="2025-11-28T20:57:17.528" v="44" actId="1076"/>
          <ac:picMkLst>
            <pc:docMk/>
            <pc:sldMk cId="3366942025" sldId="298"/>
            <ac:picMk id="6" creationId="{C22E183E-5812-22EB-DEEC-7570C3478FEB}"/>
          </ac:picMkLst>
        </pc:picChg>
      </pc:sldChg>
    </pc:docChg>
  </pc:docChgLst>
  <pc:docChgLst>
    <pc:chgData name="Xingguang Chen" userId="6e802a34-1118-433e-b562-dfbe8fbb4071" providerId="ADAL" clId="{57932387-32D5-D645-9F33-B94889AC9469}"/>
    <pc:docChg chg="undo custSel addSld modSld sldOrd">
      <pc:chgData name="Xingguang Chen" userId="6e802a34-1118-433e-b562-dfbe8fbb4071" providerId="ADAL" clId="{57932387-32D5-D645-9F33-B94889AC9469}" dt="2025-12-05T04:51:00.338" v="497" actId="14100"/>
      <pc:docMkLst>
        <pc:docMk/>
      </pc:docMkLst>
      <pc:sldChg chg="addSp delSp modSp mod ord">
        <pc:chgData name="Xingguang Chen" userId="6e802a34-1118-433e-b562-dfbe8fbb4071" providerId="ADAL" clId="{57932387-32D5-D645-9F33-B94889AC9469}" dt="2025-12-05T04:42:31.938" v="442" actId="1076"/>
        <pc:sldMkLst>
          <pc:docMk/>
          <pc:sldMk cId="2576190016" sldId="283"/>
        </pc:sldMkLst>
        <pc:spChg chg="mod">
          <ac:chgData name="Xingguang Chen" userId="6e802a34-1118-433e-b562-dfbe8fbb4071" providerId="ADAL" clId="{57932387-32D5-D645-9F33-B94889AC9469}" dt="2025-11-27T22:42:00.876" v="45" actId="20577"/>
          <ac:spMkLst>
            <pc:docMk/>
            <pc:sldMk cId="2576190016" sldId="283"/>
            <ac:spMk id="3" creationId="{715F0509-60D9-252A-985B-91FAA2986091}"/>
          </ac:spMkLst>
        </pc:spChg>
        <pc:spChg chg="add del mod">
          <ac:chgData name="Xingguang Chen" userId="6e802a34-1118-433e-b562-dfbe8fbb4071" providerId="ADAL" clId="{57932387-32D5-D645-9F33-B94889AC9469}" dt="2025-12-05T04:36:11.354" v="352" actId="478"/>
          <ac:spMkLst>
            <pc:docMk/>
            <pc:sldMk cId="2576190016" sldId="283"/>
            <ac:spMk id="5" creationId="{5108D1D8-22A8-1F67-521F-EB7DBD315E66}"/>
          </ac:spMkLst>
        </pc:spChg>
        <pc:spChg chg="add mod">
          <ac:chgData name="Xingguang Chen" userId="6e802a34-1118-433e-b562-dfbe8fbb4071" providerId="ADAL" clId="{57932387-32D5-D645-9F33-B94889AC9469}" dt="2025-12-05T04:39:10.188" v="405" actId="1076"/>
          <ac:spMkLst>
            <pc:docMk/>
            <pc:sldMk cId="2576190016" sldId="283"/>
            <ac:spMk id="8" creationId="{0B932597-9CED-FBE0-3805-E7216B4AC656}"/>
          </ac:spMkLst>
        </pc:spChg>
        <pc:spChg chg="add del mod">
          <ac:chgData name="Xingguang Chen" userId="6e802a34-1118-433e-b562-dfbe8fbb4071" providerId="ADAL" clId="{57932387-32D5-D645-9F33-B94889AC9469}" dt="2025-12-05T04:36:08.998" v="351" actId="478"/>
          <ac:spMkLst>
            <pc:docMk/>
            <pc:sldMk cId="2576190016" sldId="283"/>
            <ac:spMk id="11" creationId="{63ACD8E4-6A5A-478B-BEEB-7BA309A2D3F7}"/>
          </ac:spMkLst>
        </pc:spChg>
        <pc:spChg chg="add mod">
          <ac:chgData name="Xingguang Chen" userId="6e802a34-1118-433e-b562-dfbe8fbb4071" providerId="ADAL" clId="{57932387-32D5-D645-9F33-B94889AC9469}" dt="2025-12-05T04:42:22.285" v="439" actId="1076"/>
          <ac:spMkLst>
            <pc:docMk/>
            <pc:sldMk cId="2576190016" sldId="283"/>
            <ac:spMk id="12" creationId="{E655A802-883B-8D50-CC42-B169C53EE543}"/>
          </ac:spMkLst>
        </pc:spChg>
        <pc:spChg chg="add mod">
          <ac:chgData name="Xingguang Chen" userId="6e802a34-1118-433e-b562-dfbe8fbb4071" providerId="ADAL" clId="{57932387-32D5-D645-9F33-B94889AC9469}" dt="2025-12-05T04:42:31.938" v="442" actId="1076"/>
          <ac:spMkLst>
            <pc:docMk/>
            <pc:sldMk cId="2576190016" sldId="283"/>
            <ac:spMk id="14" creationId="{E5A8C467-D5A3-3726-3287-96885680AC43}"/>
          </ac:spMkLst>
        </pc:spChg>
        <pc:spChg chg="add mod">
          <ac:chgData name="Xingguang Chen" userId="6e802a34-1118-433e-b562-dfbe8fbb4071" providerId="ADAL" clId="{57932387-32D5-D645-9F33-B94889AC9469}" dt="2025-12-05T04:42:26.585" v="440" actId="14100"/>
          <ac:spMkLst>
            <pc:docMk/>
            <pc:sldMk cId="2576190016" sldId="283"/>
            <ac:spMk id="16" creationId="{63F310B3-8A89-F0CA-4953-53DC94C779A4}"/>
          </ac:spMkLst>
        </pc:spChg>
        <pc:picChg chg="add mod modCrop">
          <ac:chgData name="Xingguang Chen" userId="6e802a34-1118-433e-b562-dfbe8fbb4071" providerId="ADAL" clId="{57932387-32D5-D645-9F33-B94889AC9469}" dt="2025-12-05T04:36:53.275" v="365" actId="1035"/>
          <ac:picMkLst>
            <pc:docMk/>
            <pc:sldMk cId="2576190016" sldId="283"/>
            <ac:picMk id="7" creationId="{653E50F9-41A0-5032-1039-A3A8E4361135}"/>
          </ac:picMkLst>
        </pc:picChg>
        <pc:picChg chg="add del mod">
          <ac:chgData name="Xingguang Chen" userId="6e802a34-1118-433e-b562-dfbe8fbb4071" providerId="ADAL" clId="{57932387-32D5-D645-9F33-B94889AC9469}" dt="2025-12-05T04:36:06.948" v="350" actId="478"/>
          <ac:picMkLst>
            <pc:docMk/>
            <pc:sldMk cId="2576190016" sldId="283"/>
            <ac:picMk id="9" creationId="{3042E2F3-6CC3-05C9-887D-D7B20540A3CD}"/>
          </ac:picMkLst>
        </pc:picChg>
        <pc:picChg chg="add del mod">
          <ac:chgData name="Xingguang Chen" userId="6e802a34-1118-433e-b562-dfbe8fbb4071" providerId="ADAL" clId="{57932387-32D5-D645-9F33-B94889AC9469}" dt="2025-12-05T04:36:08.998" v="351" actId="478"/>
          <ac:picMkLst>
            <pc:docMk/>
            <pc:sldMk cId="2576190016" sldId="283"/>
            <ac:picMk id="10" creationId="{97C05535-0E4E-D939-E3B6-AD5B37D154A5}"/>
          </ac:picMkLst>
        </pc:picChg>
      </pc:sldChg>
      <pc:sldChg chg="delSp modSp add mod">
        <pc:chgData name="Xingguang Chen" userId="6e802a34-1118-433e-b562-dfbe8fbb4071" providerId="ADAL" clId="{57932387-32D5-D645-9F33-B94889AC9469}" dt="2025-12-05T04:36:00.094" v="348" actId="1076"/>
        <pc:sldMkLst>
          <pc:docMk/>
          <pc:sldMk cId="3521518022" sldId="303"/>
        </pc:sldMkLst>
        <pc:spChg chg="mod">
          <ac:chgData name="Xingguang Chen" userId="6e802a34-1118-433e-b562-dfbe8fbb4071" providerId="ADAL" clId="{57932387-32D5-D645-9F33-B94889AC9469}" dt="2025-12-05T04:36:00.094" v="348" actId="1076"/>
          <ac:spMkLst>
            <pc:docMk/>
            <pc:sldMk cId="3521518022" sldId="303"/>
            <ac:spMk id="11" creationId="{608143F3-A880-BEEA-92D5-6AE9B734DBE8}"/>
          </ac:spMkLst>
        </pc:spChg>
        <pc:picChg chg="del">
          <ac:chgData name="Xingguang Chen" userId="6e802a34-1118-433e-b562-dfbe8fbb4071" providerId="ADAL" clId="{57932387-32D5-D645-9F33-B94889AC9469}" dt="2025-12-05T04:35:27.858" v="339" actId="478"/>
          <ac:picMkLst>
            <pc:docMk/>
            <pc:sldMk cId="3521518022" sldId="303"/>
            <ac:picMk id="9" creationId="{06C39E12-C373-F32E-6E3A-D3A8080F1F13}"/>
          </ac:picMkLst>
        </pc:picChg>
        <pc:picChg chg="mod">
          <ac:chgData name="Xingguang Chen" userId="6e802a34-1118-433e-b562-dfbe8fbb4071" providerId="ADAL" clId="{57932387-32D5-D645-9F33-B94889AC9469}" dt="2025-12-05T04:35:50.338" v="347" actId="1076"/>
          <ac:picMkLst>
            <pc:docMk/>
            <pc:sldMk cId="3521518022" sldId="303"/>
            <ac:picMk id="10" creationId="{20F52A08-021A-611D-32E8-AD8FA61D6907}"/>
          </ac:picMkLst>
        </pc:picChg>
      </pc:sldChg>
      <pc:sldChg chg="addSp delSp modSp add mod">
        <pc:chgData name="Xingguang Chen" userId="6e802a34-1118-433e-b562-dfbe8fbb4071" providerId="ADAL" clId="{57932387-32D5-D645-9F33-B94889AC9469}" dt="2025-12-05T04:51:00.338" v="497" actId="14100"/>
        <pc:sldMkLst>
          <pc:docMk/>
          <pc:sldMk cId="1421236176" sldId="304"/>
        </pc:sldMkLst>
        <pc:spChg chg="add del mod">
          <ac:chgData name="Xingguang Chen" userId="6e802a34-1118-433e-b562-dfbe8fbb4071" providerId="ADAL" clId="{57932387-32D5-D645-9F33-B94889AC9469}" dt="2025-12-05T04:46:47.044" v="451" actId="478"/>
          <ac:spMkLst>
            <pc:docMk/>
            <pc:sldMk cId="1421236176" sldId="304"/>
            <ac:spMk id="6" creationId="{C8C95B2A-59DE-432D-283C-A1F36845B52A}"/>
          </ac:spMkLst>
        </pc:spChg>
        <pc:spChg chg="del">
          <ac:chgData name="Xingguang Chen" userId="6e802a34-1118-433e-b562-dfbe8fbb4071" providerId="ADAL" clId="{57932387-32D5-D645-9F33-B94889AC9469}" dt="2025-12-05T04:46:39.806" v="450" actId="478"/>
          <ac:spMkLst>
            <pc:docMk/>
            <pc:sldMk cId="1421236176" sldId="304"/>
            <ac:spMk id="8" creationId="{8689F02B-1C22-DDC8-04C9-C6E510B20EC4}"/>
          </ac:spMkLst>
        </pc:spChg>
        <pc:spChg chg="add mod">
          <ac:chgData name="Xingguang Chen" userId="6e802a34-1118-433e-b562-dfbe8fbb4071" providerId="ADAL" clId="{57932387-32D5-D645-9F33-B94889AC9469}" dt="2025-12-05T04:49:13.889" v="470" actId="1076"/>
          <ac:spMkLst>
            <pc:docMk/>
            <pc:sldMk cId="1421236176" sldId="304"/>
            <ac:spMk id="10" creationId="{BABE8D17-42EB-F259-ACEA-F2F4D62B1BFF}"/>
          </ac:spMkLst>
        </pc:spChg>
        <pc:spChg chg="del">
          <ac:chgData name="Xingguang Chen" userId="6e802a34-1118-433e-b562-dfbe8fbb4071" providerId="ADAL" clId="{57932387-32D5-D645-9F33-B94889AC9469}" dt="2025-12-05T04:46:39.806" v="450" actId="478"/>
          <ac:spMkLst>
            <pc:docMk/>
            <pc:sldMk cId="1421236176" sldId="304"/>
            <ac:spMk id="12" creationId="{BA29A794-AD22-96CB-0A18-A04EA0FB92D8}"/>
          </ac:spMkLst>
        </pc:spChg>
        <pc:spChg chg="del">
          <ac:chgData name="Xingguang Chen" userId="6e802a34-1118-433e-b562-dfbe8fbb4071" providerId="ADAL" clId="{57932387-32D5-D645-9F33-B94889AC9469}" dt="2025-12-05T04:46:39.806" v="450" actId="478"/>
          <ac:spMkLst>
            <pc:docMk/>
            <pc:sldMk cId="1421236176" sldId="304"/>
            <ac:spMk id="14" creationId="{671F0EF9-4D0D-FDF9-9F92-D6056A2009A8}"/>
          </ac:spMkLst>
        </pc:spChg>
        <pc:spChg chg="add mod">
          <ac:chgData name="Xingguang Chen" userId="6e802a34-1118-433e-b562-dfbe8fbb4071" providerId="ADAL" clId="{57932387-32D5-D645-9F33-B94889AC9469}" dt="2025-12-05T04:50:14.394" v="479" actId="208"/>
          <ac:spMkLst>
            <pc:docMk/>
            <pc:sldMk cId="1421236176" sldId="304"/>
            <ac:spMk id="15" creationId="{ECF387ED-75EC-52D2-7896-3E2732C516A3}"/>
          </ac:spMkLst>
        </pc:spChg>
        <pc:spChg chg="del">
          <ac:chgData name="Xingguang Chen" userId="6e802a34-1118-433e-b562-dfbe8fbb4071" providerId="ADAL" clId="{57932387-32D5-D645-9F33-B94889AC9469}" dt="2025-12-05T04:46:39.806" v="450" actId="478"/>
          <ac:spMkLst>
            <pc:docMk/>
            <pc:sldMk cId="1421236176" sldId="304"/>
            <ac:spMk id="16" creationId="{F0E91AF5-F305-DE7D-FB6E-802439E69743}"/>
          </ac:spMkLst>
        </pc:spChg>
        <pc:spChg chg="add mod">
          <ac:chgData name="Xingguang Chen" userId="6e802a34-1118-433e-b562-dfbe8fbb4071" providerId="ADAL" clId="{57932387-32D5-D645-9F33-B94889AC9469}" dt="2025-12-05T04:50:39.278" v="486" actId="14100"/>
          <ac:spMkLst>
            <pc:docMk/>
            <pc:sldMk cId="1421236176" sldId="304"/>
            <ac:spMk id="17" creationId="{07AD9333-4690-1B03-A3EE-EF464761B2FB}"/>
          </ac:spMkLst>
        </pc:spChg>
        <pc:spChg chg="add mod">
          <ac:chgData name="Xingguang Chen" userId="6e802a34-1118-433e-b562-dfbe8fbb4071" providerId="ADAL" clId="{57932387-32D5-D645-9F33-B94889AC9469}" dt="2025-12-05T04:50:48.134" v="490" actId="14100"/>
          <ac:spMkLst>
            <pc:docMk/>
            <pc:sldMk cId="1421236176" sldId="304"/>
            <ac:spMk id="18" creationId="{54675867-B1B8-9EF7-1432-49393ACD5EB3}"/>
          </ac:spMkLst>
        </pc:spChg>
        <pc:spChg chg="add mod">
          <ac:chgData name="Xingguang Chen" userId="6e802a34-1118-433e-b562-dfbe8fbb4071" providerId="ADAL" clId="{57932387-32D5-D645-9F33-B94889AC9469}" dt="2025-12-05T04:51:00.338" v="497" actId="14100"/>
          <ac:spMkLst>
            <pc:docMk/>
            <pc:sldMk cId="1421236176" sldId="304"/>
            <ac:spMk id="19" creationId="{B7803C63-B3D3-238D-68DD-7AB8D33B7590}"/>
          </ac:spMkLst>
        </pc:spChg>
        <pc:picChg chg="add mod">
          <ac:chgData name="Xingguang Chen" userId="6e802a34-1118-433e-b562-dfbe8fbb4071" providerId="ADAL" clId="{57932387-32D5-D645-9F33-B94889AC9469}" dt="2025-12-05T04:48:50.046" v="461" actId="1076"/>
          <ac:picMkLst>
            <pc:docMk/>
            <pc:sldMk cId="1421236176" sldId="304"/>
            <ac:picMk id="2" creationId="{97215DAB-B3EC-64D5-9DD3-9B2E4C88D63A}"/>
          </ac:picMkLst>
        </pc:picChg>
        <pc:picChg chg="del">
          <ac:chgData name="Xingguang Chen" userId="6e802a34-1118-433e-b562-dfbe8fbb4071" providerId="ADAL" clId="{57932387-32D5-D645-9F33-B94889AC9469}" dt="2025-12-05T04:43:32.731" v="444" actId="478"/>
          <ac:picMkLst>
            <pc:docMk/>
            <pc:sldMk cId="1421236176" sldId="304"/>
            <ac:picMk id="7" creationId="{3E31EE6B-B283-9451-F482-083AA03E5CA1}"/>
          </ac:picMkLst>
        </pc:picChg>
        <pc:picChg chg="add mod">
          <ac:chgData name="Xingguang Chen" userId="6e802a34-1118-433e-b562-dfbe8fbb4071" providerId="ADAL" clId="{57932387-32D5-D645-9F33-B94889AC9469}" dt="2025-12-05T04:49:09.006" v="469" actId="1076"/>
          <ac:picMkLst>
            <pc:docMk/>
            <pc:sldMk cId="1421236176" sldId="304"/>
            <ac:picMk id="11" creationId="{DF24F848-1DB9-5B0C-CF75-7C7CD4E8E9BB}"/>
          </ac:picMkLst>
        </pc:picChg>
        <pc:picChg chg="add mod">
          <ac:chgData name="Xingguang Chen" userId="6e802a34-1118-433e-b562-dfbe8fbb4071" providerId="ADAL" clId="{57932387-32D5-D645-9F33-B94889AC9469}" dt="2025-12-05T04:49:06.545" v="468" actId="1076"/>
          <ac:picMkLst>
            <pc:docMk/>
            <pc:sldMk cId="1421236176" sldId="304"/>
            <ac:picMk id="13" creationId="{F2C531C9-2BF1-B9E1-674E-7FF87BA85849}"/>
          </ac:picMkLst>
        </pc:picChg>
      </pc:sldChg>
    </pc:docChg>
  </pc:docChgLst>
  <pc:docChgLst>
    <pc:chgData name="Anqi Lin" userId="S::lin.anq@northeastern.edu::0abaa260-3526-4801-a1ca-7e2423e20604" providerId="AD" clId="Web-{EB91F95E-D0A1-EC67-1479-BB85EA0F7870}"/>
    <pc:docChg chg="modSld">
      <pc:chgData name="Anqi Lin" userId="S::lin.anq@northeastern.edu::0abaa260-3526-4801-a1ca-7e2423e20604" providerId="AD" clId="Web-{EB91F95E-D0A1-EC67-1479-BB85EA0F7870}" dt="2025-12-05T04:03:59.171" v="29"/>
      <pc:docMkLst>
        <pc:docMk/>
      </pc:docMkLst>
      <pc:sldChg chg="delSp">
        <pc:chgData name="Anqi Lin" userId="S::lin.anq@northeastern.edu::0abaa260-3526-4801-a1ca-7e2423e20604" providerId="AD" clId="Web-{EB91F95E-D0A1-EC67-1479-BB85EA0F7870}" dt="2025-12-05T04:01:47.717" v="0"/>
        <pc:sldMkLst>
          <pc:docMk/>
          <pc:sldMk cId="3777565161" sldId="274"/>
        </pc:sldMkLst>
        <pc:spChg chg="del">
          <ac:chgData name="Anqi Lin" userId="S::lin.anq@northeastern.edu::0abaa260-3526-4801-a1ca-7e2423e20604" providerId="AD" clId="Web-{EB91F95E-D0A1-EC67-1479-BB85EA0F7870}" dt="2025-12-05T04:01:47.717" v="0"/>
          <ac:spMkLst>
            <pc:docMk/>
            <pc:sldMk cId="3777565161" sldId="274"/>
            <ac:spMk id="6" creationId="{EE95843D-1679-8529-DF78-A5FCE8B3E21C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1:57.561" v="2"/>
        <pc:sldMkLst>
          <pc:docMk/>
          <pc:sldMk cId="3717243787" sldId="278"/>
        </pc:sldMkLst>
        <pc:spChg chg="del">
          <ac:chgData name="Anqi Lin" userId="S::lin.anq@northeastern.edu::0abaa260-3526-4801-a1ca-7e2423e20604" providerId="AD" clId="Web-{EB91F95E-D0A1-EC67-1479-BB85EA0F7870}" dt="2025-12-05T04:01:55.998" v="1"/>
          <ac:spMkLst>
            <pc:docMk/>
            <pc:sldMk cId="3717243787" sldId="278"/>
            <ac:spMk id="6" creationId="{9776AAA0-DFF0-F0B5-73E8-F6E90E6825A5}"/>
          </ac:spMkLst>
        </pc:spChg>
        <pc:spChg chg="del">
          <ac:chgData name="Anqi Lin" userId="S::lin.anq@northeastern.edu::0abaa260-3526-4801-a1ca-7e2423e20604" providerId="AD" clId="Web-{EB91F95E-D0A1-EC67-1479-BB85EA0F7870}" dt="2025-12-05T04:01:57.561" v="2"/>
          <ac:spMkLst>
            <pc:docMk/>
            <pc:sldMk cId="3717243787" sldId="278"/>
            <ac:spMk id="7" creationId="{0B29C629-19BE-002A-F02F-5A920BFD4507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55.187" v="18"/>
        <pc:sldMkLst>
          <pc:docMk/>
          <pc:sldMk cId="2989287001" sldId="280"/>
        </pc:sldMkLst>
        <pc:spChg chg="del">
          <ac:chgData name="Anqi Lin" userId="S::lin.anq@northeastern.edu::0abaa260-3526-4801-a1ca-7e2423e20604" providerId="AD" clId="Web-{EB91F95E-D0A1-EC67-1479-BB85EA0F7870}" dt="2025-12-05T04:02:53.750" v="17"/>
          <ac:spMkLst>
            <pc:docMk/>
            <pc:sldMk cId="2989287001" sldId="280"/>
            <ac:spMk id="5" creationId="{9950CD0C-5051-F5E4-411D-540A7F90CF1A}"/>
          </ac:spMkLst>
        </pc:spChg>
        <pc:spChg chg="del">
          <ac:chgData name="Anqi Lin" userId="S::lin.anq@northeastern.edu::0abaa260-3526-4801-a1ca-7e2423e20604" providerId="AD" clId="Web-{EB91F95E-D0A1-EC67-1479-BB85EA0F7870}" dt="2025-12-05T04:02:55.187" v="18"/>
          <ac:spMkLst>
            <pc:docMk/>
            <pc:sldMk cId="2989287001" sldId="280"/>
            <ac:spMk id="8" creationId="{977A207F-1516-1299-B63B-F1B123EA399E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59.078" v="19"/>
        <pc:sldMkLst>
          <pc:docMk/>
          <pc:sldMk cId="1073825002" sldId="281"/>
        </pc:sldMkLst>
        <pc:spChg chg="del">
          <ac:chgData name="Anqi Lin" userId="S::lin.anq@northeastern.edu::0abaa260-3526-4801-a1ca-7e2423e20604" providerId="AD" clId="Web-{EB91F95E-D0A1-EC67-1479-BB85EA0F7870}" dt="2025-12-05T04:02:59.078" v="19"/>
          <ac:spMkLst>
            <pc:docMk/>
            <pc:sldMk cId="1073825002" sldId="281"/>
            <ac:spMk id="7" creationId="{81B01139-52DE-9873-7071-19DB970FCF58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52.406" v="27"/>
        <pc:sldMkLst>
          <pc:docMk/>
          <pc:sldMk cId="2929333283" sldId="282"/>
        </pc:sldMkLst>
        <pc:spChg chg="del">
          <ac:chgData name="Anqi Lin" userId="S::lin.anq@northeastern.edu::0abaa260-3526-4801-a1ca-7e2423e20604" providerId="AD" clId="Web-{EB91F95E-D0A1-EC67-1479-BB85EA0F7870}" dt="2025-12-05T04:03:52.406" v="27"/>
          <ac:spMkLst>
            <pc:docMk/>
            <pc:sldMk cId="2929333283" sldId="282"/>
            <ac:spMk id="8" creationId="{B50E9F50-C7C5-D38F-2E56-DC62B45772C5}"/>
          </ac:spMkLst>
        </pc:spChg>
      </pc:sldChg>
      <pc:sldChg chg="delSp modSp">
        <pc:chgData name="Anqi Lin" userId="S::lin.anq@northeastern.edu::0abaa260-3526-4801-a1ca-7e2423e20604" providerId="AD" clId="Web-{EB91F95E-D0A1-EC67-1479-BB85EA0F7870}" dt="2025-12-05T04:03:59.171" v="29"/>
        <pc:sldMkLst>
          <pc:docMk/>
          <pc:sldMk cId="2576190016" sldId="283"/>
        </pc:sldMkLst>
        <pc:spChg chg="del mod">
          <ac:chgData name="Anqi Lin" userId="S::lin.anq@northeastern.edu::0abaa260-3526-4801-a1ca-7e2423e20604" providerId="AD" clId="Web-{EB91F95E-D0A1-EC67-1479-BB85EA0F7870}" dt="2025-12-05T04:03:59.171" v="29"/>
          <ac:spMkLst>
            <pc:docMk/>
            <pc:sldMk cId="2576190016" sldId="283"/>
            <ac:spMk id="6" creationId="{18DE05C1-A49F-3237-0C6B-A88E8F4EA0FF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03.592" v="4"/>
        <pc:sldMkLst>
          <pc:docMk/>
          <pc:sldMk cId="3813736679" sldId="284"/>
        </pc:sldMkLst>
        <pc:spChg chg="del">
          <ac:chgData name="Anqi Lin" userId="S::lin.anq@northeastern.edu::0abaa260-3526-4801-a1ca-7e2423e20604" providerId="AD" clId="Web-{EB91F95E-D0A1-EC67-1479-BB85EA0F7870}" dt="2025-12-05T04:02:02.545" v="3"/>
          <ac:spMkLst>
            <pc:docMk/>
            <pc:sldMk cId="3813736679" sldId="284"/>
            <ac:spMk id="6" creationId="{79446EE8-50E0-6A60-B065-1582254EA3CF}"/>
          </ac:spMkLst>
        </pc:spChg>
        <pc:spChg chg="del">
          <ac:chgData name="Anqi Lin" userId="S::lin.anq@northeastern.edu::0abaa260-3526-4801-a1ca-7e2423e20604" providerId="AD" clId="Web-{EB91F95E-D0A1-EC67-1479-BB85EA0F7870}" dt="2025-12-05T04:02:03.592" v="4"/>
          <ac:spMkLst>
            <pc:docMk/>
            <pc:sldMk cId="3813736679" sldId="284"/>
            <ac:spMk id="7" creationId="{27FB3ECC-88DD-00E9-3D09-C6641AF1B364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27.609" v="10"/>
        <pc:sldMkLst>
          <pc:docMk/>
          <pc:sldMk cId="3335876362" sldId="285"/>
        </pc:sldMkLst>
        <pc:spChg chg="del">
          <ac:chgData name="Anqi Lin" userId="S::lin.anq@northeastern.edu::0abaa260-3526-4801-a1ca-7e2423e20604" providerId="AD" clId="Web-{EB91F95E-D0A1-EC67-1479-BB85EA0F7870}" dt="2025-12-05T04:02:25.875" v="9"/>
          <ac:spMkLst>
            <pc:docMk/>
            <pc:sldMk cId="3335876362" sldId="285"/>
            <ac:spMk id="6" creationId="{22F55D4A-8466-62D8-9FBD-9F1A4CE1289C}"/>
          </ac:spMkLst>
        </pc:spChg>
        <pc:spChg chg="del">
          <ac:chgData name="Anqi Lin" userId="S::lin.anq@northeastern.edu::0abaa260-3526-4801-a1ca-7e2423e20604" providerId="AD" clId="Web-{EB91F95E-D0A1-EC67-1479-BB85EA0F7870}" dt="2025-12-05T04:02:27.609" v="10"/>
          <ac:spMkLst>
            <pc:docMk/>
            <pc:sldMk cId="3335876362" sldId="285"/>
            <ac:spMk id="7" creationId="{B324D3DD-C408-ED62-638C-F4813EFD65F4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21.781" v="8"/>
        <pc:sldMkLst>
          <pc:docMk/>
          <pc:sldMk cId="380724459" sldId="289"/>
        </pc:sldMkLst>
        <pc:spChg chg="del">
          <ac:chgData name="Anqi Lin" userId="S::lin.anq@northeastern.edu::0abaa260-3526-4801-a1ca-7e2423e20604" providerId="AD" clId="Web-{EB91F95E-D0A1-EC67-1479-BB85EA0F7870}" dt="2025-12-05T04:02:20.234" v="7"/>
          <ac:spMkLst>
            <pc:docMk/>
            <pc:sldMk cId="380724459" sldId="289"/>
            <ac:spMk id="6" creationId="{1C0F70E7-C9ED-AB53-E4EA-6211F55CD639}"/>
          </ac:spMkLst>
        </pc:spChg>
        <pc:spChg chg="del">
          <ac:chgData name="Anqi Lin" userId="S::lin.anq@northeastern.edu::0abaa260-3526-4801-a1ca-7e2423e20604" providerId="AD" clId="Web-{EB91F95E-D0A1-EC67-1479-BB85EA0F7870}" dt="2025-12-05T04:02:21.781" v="8"/>
          <ac:spMkLst>
            <pc:docMk/>
            <pc:sldMk cId="380724459" sldId="289"/>
            <ac:spMk id="7" creationId="{0508B170-E512-8F27-41E8-DD3A1A5B7656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35.484" v="12"/>
        <pc:sldMkLst>
          <pc:docMk/>
          <pc:sldMk cId="3505136885" sldId="290"/>
        </pc:sldMkLst>
        <pc:spChg chg="del">
          <ac:chgData name="Anqi Lin" userId="S::lin.anq@northeastern.edu::0abaa260-3526-4801-a1ca-7e2423e20604" providerId="AD" clId="Web-{EB91F95E-D0A1-EC67-1479-BB85EA0F7870}" dt="2025-12-05T04:02:33.218" v="11"/>
          <ac:spMkLst>
            <pc:docMk/>
            <pc:sldMk cId="3505136885" sldId="290"/>
            <ac:spMk id="6" creationId="{8E995305-1886-067A-24C4-86C996749D21}"/>
          </ac:spMkLst>
        </pc:spChg>
        <pc:spChg chg="del">
          <ac:chgData name="Anqi Lin" userId="S::lin.anq@northeastern.edu::0abaa260-3526-4801-a1ca-7e2423e20604" providerId="AD" clId="Web-{EB91F95E-D0A1-EC67-1479-BB85EA0F7870}" dt="2025-12-05T04:02:35.484" v="12"/>
          <ac:spMkLst>
            <pc:docMk/>
            <pc:sldMk cId="3505136885" sldId="290"/>
            <ac:spMk id="7" creationId="{8D7C4F2A-593E-CA0B-7314-4A32655D94AF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42.734" v="14"/>
        <pc:sldMkLst>
          <pc:docMk/>
          <pc:sldMk cId="3314552854" sldId="291"/>
        </pc:sldMkLst>
        <pc:spChg chg="del">
          <ac:chgData name="Anqi Lin" userId="S::lin.anq@northeastern.edu::0abaa260-3526-4801-a1ca-7e2423e20604" providerId="AD" clId="Web-{EB91F95E-D0A1-EC67-1479-BB85EA0F7870}" dt="2025-12-05T04:02:41.265" v="13"/>
          <ac:spMkLst>
            <pc:docMk/>
            <pc:sldMk cId="3314552854" sldId="291"/>
            <ac:spMk id="6" creationId="{FB770A78-AAC0-7B06-A773-32B007306274}"/>
          </ac:spMkLst>
        </pc:spChg>
        <pc:spChg chg="del">
          <ac:chgData name="Anqi Lin" userId="S::lin.anq@northeastern.edu::0abaa260-3526-4801-a1ca-7e2423e20604" providerId="AD" clId="Web-{EB91F95E-D0A1-EC67-1479-BB85EA0F7870}" dt="2025-12-05T04:02:42.734" v="14"/>
          <ac:spMkLst>
            <pc:docMk/>
            <pc:sldMk cId="3314552854" sldId="291"/>
            <ac:spMk id="7" creationId="{34319572-555D-2F0F-063C-63F52EA2E0AA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48.140" v="16"/>
        <pc:sldMkLst>
          <pc:docMk/>
          <pc:sldMk cId="2138595703" sldId="292"/>
        </pc:sldMkLst>
        <pc:spChg chg="del">
          <ac:chgData name="Anqi Lin" userId="S::lin.anq@northeastern.edu::0abaa260-3526-4801-a1ca-7e2423e20604" providerId="AD" clId="Web-{EB91F95E-D0A1-EC67-1479-BB85EA0F7870}" dt="2025-12-05T04:02:46.547" v="15"/>
          <ac:spMkLst>
            <pc:docMk/>
            <pc:sldMk cId="2138595703" sldId="292"/>
            <ac:spMk id="6" creationId="{1607551C-DA35-C73A-52ED-16618DDC571C}"/>
          </ac:spMkLst>
        </pc:spChg>
        <pc:spChg chg="del">
          <ac:chgData name="Anqi Lin" userId="S::lin.anq@northeastern.edu::0abaa260-3526-4801-a1ca-7e2423e20604" providerId="AD" clId="Web-{EB91F95E-D0A1-EC67-1479-BB85EA0F7870}" dt="2025-12-05T04:02:48.140" v="16"/>
          <ac:spMkLst>
            <pc:docMk/>
            <pc:sldMk cId="2138595703" sldId="292"/>
            <ac:spMk id="7" creationId="{E8E48AE6-92A1-B875-6B08-D7BBF5ACD495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04.343" v="20"/>
        <pc:sldMkLst>
          <pc:docMk/>
          <pc:sldMk cId="1965109111" sldId="294"/>
        </pc:sldMkLst>
        <pc:spChg chg="del">
          <ac:chgData name="Anqi Lin" userId="S::lin.anq@northeastern.edu::0abaa260-3526-4801-a1ca-7e2423e20604" providerId="AD" clId="Web-{EB91F95E-D0A1-EC67-1479-BB85EA0F7870}" dt="2025-12-05T04:03:04.343" v="20"/>
          <ac:spMkLst>
            <pc:docMk/>
            <pc:sldMk cId="1965109111" sldId="294"/>
            <ac:spMk id="7" creationId="{5DB6304E-5A8C-3F3A-DB3E-B763D0990F7E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08.265" v="21"/>
        <pc:sldMkLst>
          <pc:docMk/>
          <pc:sldMk cId="561742585" sldId="295"/>
        </pc:sldMkLst>
        <pc:spChg chg="del">
          <ac:chgData name="Anqi Lin" userId="S::lin.anq@northeastern.edu::0abaa260-3526-4801-a1ca-7e2423e20604" providerId="AD" clId="Web-{EB91F95E-D0A1-EC67-1479-BB85EA0F7870}" dt="2025-12-05T04:03:08.265" v="21"/>
          <ac:spMkLst>
            <pc:docMk/>
            <pc:sldMk cId="561742585" sldId="295"/>
            <ac:spMk id="7" creationId="{FF1FE0CA-2CC2-D699-41B0-FB5E3C4687F0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17.078" v="23"/>
        <pc:sldMkLst>
          <pc:docMk/>
          <pc:sldMk cId="1837615697" sldId="296"/>
        </pc:sldMkLst>
        <pc:spChg chg="del">
          <ac:chgData name="Anqi Lin" userId="S::lin.anq@northeastern.edu::0abaa260-3526-4801-a1ca-7e2423e20604" providerId="AD" clId="Web-{EB91F95E-D0A1-EC67-1479-BB85EA0F7870}" dt="2025-12-05T04:03:17.078" v="23"/>
          <ac:spMkLst>
            <pc:docMk/>
            <pc:sldMk cId="1837615697" sldId="296"/>
            <ac:spMk id="7" creationId="{88014B6B-E40A-5E72-79DF-18F8562BF25D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13.593" v="22"/>
        <pc:sldMkLst>
          <pc:docMk/>
          <pc:sldMk cId="2969581734" sldId="297"/>
        </pc:sldMkLst>
        <pc:spChg chg="del">
          <ac:chgData name="Anqi Lin" userId="S::lin.anq@northeastern.edu::0abaa260-3526-4801-a1ca-7e2423e20604" providerId="AD" clId="Web-{EB91F95E-D0A1-EC67-1479-BB85EA0F7870}" dt="2025-12-05T04:03:13.593" v="22"/>
          <ac:spMkLst>
            <pc:docMk/>
            <pc:sldMk cId="2969581734" sldId="297"/>
            <ac:spMk id="7" creationId="{8106FB7D-A9C2-3F7B-E8EA-63E16B812B6A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20.562" v="24"/>
        <pc:sldMkLst>
          <pc:docMk/>
          <pc:sldMk cId="3366942025" sldId="298"/>
        </pc:sldMkLst>
        <pc:spChg chg="del">
          <ac:chgData name="Anqi Lin" userId="S::lin.anq@northeastern.edu::0abaa260-3526-4801-a1ca-7e2423e20604" providerId="AD" clId="Web-{EB91F95E-D0A1-EC67-1479-BB85EA0F7870}" dt="2025-12-05T04:03:20.562" v="24"/>
          <ac:spMkLst>
            <pc:docMk/>
            <pc:sldMk cId="3366942025" sldId="298"/>
            <ac:spMk id="7" creationId="{92DAB3DE-6052-A2DC-9F74-921CF8BE81B4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2:08.545" v="6"/>
        <pc:sldMkLst>
          <pc:docMk/>
          <pc:sldMk cId="2516852649" sldId="299"/>
        </pc:sldMkLst>
        <pc:spChg chg="del">
          <ac:chgData name="Anqi Lin" userId="S::lin.anq@northeastern.edu::0abaa260-3526-4801-a1ca-7e2423e20604" providerId="AD" clId="Web-{EB91F95E-D0A1-EC67-1479-BB85EA0F7870}" dt="2025-12-05T04:02:06.404" v="5"/>
          <ac:spMkLst>
            <pc:docMk/>
            <pc:sldMk cId="2516852649" sldId="299"/>
            <ac:spMk id="6" creationId="{AAD34649-E797-6F05-31D1-A908B27A9CF6}"/>
          </ac:spMkLst>
        </pc:spChg>
        <pc:spChg chg="del">
          <ac:chgData name="Anqi Lin" userId="S::lin.anq@northeastern.edu::0abaa260-3526-4801-a1ca-7e2423e20604" providerId="AD" clId="Web-{EB91F95E-D0A1-EC67-1479-BB85EA0F7870}" dt="2025-12-05T04:02:08.545" v="6"/>
          <ac:spMkLst>
            <pc:docMk/>
            <pc:sldMk cId="2516852649" sldId="299"/>
            <ac:spMk id="7" creationId="{5895726D-99B8-996A-F9B4-6D95959EB6EB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47.781" v="26"/>
        <pc:sldMkLst>
          <pc:docMk/>
          <pc:sldMk cId="3355606214" sldId="301"/>
        </pc:sldMkLst>
        <pc:spChg chg="del">
          <ac:chgData name="Anqi Lin" userId="S::lin.anq@northeastern.edu::0abaa260-3526-4801-a1ca-7e2423e20604" providerId="AD" clId="Web-{EB91F95E-D0A1-EC67-1479-BB85EA0F7870}" dt="2025-12-05T04:03:47.781" v="26"/>
          <ac:spMkLst>
            <pc:docMk/>
            <pc:sldMk cId="3355606214" sldId="301"/>
            <ac:spMk id="7" creationId="{5D508847-788C-2E36-DBD3-3F8055D3FA27}"/>
          </ac:spMkLst>
        </pc:spChg>
      </pc:sldChg>
      <pc:sldChg chg="delSp">
        <pc:chgData name="Anqi Lin" userId="S::lin.anq@northeastern.edu::0abaa260-3526-4801-a1ca-7e2423e20604" providerId="AD" clId="Web-{EB91F95E-D0A1-EC67-1479-BB85EA0F7870}" dt="2025-12-05T04:03:23.859" v="25"/>
        <pc:sldMkLst>
          <pc:docMk/>
          <pc:sldMk cId="3283252215" sldId="302"/>
        </pc:sldMkLst>
        <pc:spChg chg="del">
          <ac:chgData name="Anqi Lin" userId="S::lin.anq@northeastern.edu::0abaa260-3526-4801-a1ca-7e2423e20604" providerId="AD" clId="Web-{EB91F95E-D0A1-EC67-1479-BB85EA0F7870}" dt="2025-12-05T04:03:23.859" v="25"/>
          <ac:spMkLst>
            <pc:docMk/>
            <pc:sldMk cId="3283252215" sldId="302"/>
            <ac:spMk id="7" creationId="{380551CD-253F-12E1-A959-40D1C2A8C48A}"/>
          </ac:spMkLst>
        </pc:spChg>
      </pc:sldChg>
    </pc:docChg>
  </pc:docChgLst>
  <pc:docChgLst>
    <pc:chgData name="Zehui Bao" userId="S::bao.zeh@northeastern.edu::f50d3e42-86ed-452f-849c-ca0ad853ebb2" providerId="AD" clId="Web-{5F779460-B5ED-FA49-DD2F-BE2B418F57F7}"/>
    <pc:docChg chg="modSld">
      <pc:chgData name="Zehui Bao" userId="S::bao.zeh@northeastern.edu::f50d3e42-86ed-452f-849c-ca0ad853ebb2" providerId="AD" clId="Web-{5F779460-B5ED-FA49-DD2F-BE2B418F57F7}" dt="2025-12-05T04:37:54.189" v="21" actId="1076"/>
      <pc:docMkLst>
        <pc:docMk/>
      </pc:docMkLst>
      <pc:sldChg chg="modSp">
        <pc:chgData name="Zehui Bao" userId="S::bao.zeh@northeastern.edu::f50d3e42-86ed-452f-849c-ca0ad853ebb2" providerId="AD" clId="Web-{5F779460-B5ED-FA49-DD2F-BE2B418F57F7}" dt="2025-12-05T04:37:54.189" v="21" actId="1076"/>
        <pc:sldMkLst>
          <pc:docMk/>
          <pc:sldMk cId="2929333283" sldId="282"/>
        </pc:sldMkLst>
        <pc:spChg chg="mod">
          <ac:chgData name="Zehui Bao" userId="S::bao.zeh@northeastern.edu::f50d3e42-86ed-452f-849c-ca0ad853ebb2" providerId="AD" clId="Web-{5F779460-B5ED-FA49-DD2F-BE2B418F57F7}" dt="2025-12-05T04:37:47.407" v="19" actId="1076"/>
          <ac:spMkLst>
            <pc:docMk/>
            <pc:sldMk cId="2929333283" sldId="282"/>
            <ac:spMk id="10" creationId="{D3400CBA-2D68-B9A2-FA5F-742FFCC540F2}"/>
          </ac:spMkLst>
        </pc:spChg>
        <pc:spChg chg="mod">
          <ac:chgData name="Zehui Bao" userId="S::bao.zeh@northeastern.edu::f50d3e42-86ed-452f-849c-ca0ad853ebb2" providerId="AD" clId="Web-{5F779460-B5ED-FA49-DD2F-BE2B418F57F7}" dt="2025-12-05T04:37:54.189" v="21" actId="1076"/>
          <ac:spMkLst>
            <pc:docMk/>
            <pc:sldMk cId="2929333283" sldId="282"/>
            <ac:spMk id="11" creationId="{1E6DBC10-E7DD-106F-51AE-2EABEC7DE0AC}"/>
          </ac:spMkLst>
        </pc:spChg>
        <pc:spChg chg="mod">
          <ac:chgData name="Zehui Bao" userId="S::bao.zeh@northeastern.edu::f50d3e42-86ed-452f-849c-ca0ad853ebb2" providerId="AD" clId="Web-{5F779460-B5ED-FA49-DD2F-BE2B418F57F7}" dt="2025-12-05T04:36:42.981" v="12" actId="1076"/>
          <ac:spMkLst>
            <pc:docMk/>
            <pc:sldMk cId="2929333283" sldId="282"/>
            <ac:spMk id="12" creationId="{EFCB99BA-636B-C70B-30A6-EBF4B15D81DC}"/>
          </ac:spMkLst>
        </pc:spChg>
        <pc:picChg chg="mod">
          <ac:chgData name="Zehui Bao" userId="S::bao.zeh@northeastern.edu::f50d3e42-86ed-452f-849c-ca0ad853ebb2" providerId="AD" clId="Web-{5F779460-B5ED-FA49-DD2F-BE2B418F57F7}" dt="2025-12-05T04:36:53.060" v="16" actId="1076"/>
          <ac:picMkLst>
            <pc:docMk/>
            <pc:sldMk cId="2929333283" sldId="282"/>
            <ac:picMk id="2" creationId="{300C5F14-3C12-5CE9-3C9D-1234FD0B0E7B}"/>
          </ac:picMkLst>
        </pc:picChg>
        <pc:picChg chg="mod">
          <ac:chgData name="Zehui Bao" userId="S::bao.zeh@northeastern.edu::f50d3e42-86ed-452f-849c-ca0ad853ebb2" providerId="AD" clId="Web-{5F779460-B5ED-FA49-DD2F-BE2B418F57F7}" dt="2025-12-05T04:37:48.845" v="20" actId="1076"/>
          <ac:picMkLst>
            <pc:docMk/>
            <pc:sldMk cId="2929333283" sldId="282"/>
            <ac:picMk id="7" creationId="{F7D37319-EB08-B3EA-7994-26D20E599798}"/>
          </ac:picMkLst>
        </pc:picChg>
        <pc:picChg chg="mod">
          <ac:chgData name="Zehui Bao" userId="S::bao.zeh@northeastern.edu::f50d3e42-86ed-452f-849c-ca0ad853ebb2" providerId="AD" clId="Web-{5F779460-B5ED-FA49-DD2F-BE2B418F57F7}" dt="2025-12-05T04:36:48.637" v="14" actId="1076"/>
          <ac:picMkLst>
            <pc:docMk/>
            <pc:sldMk cId="2929333283" sldId="282"/>
            <ac:picMk id="9" creationId="{B2D01BE1-280E-C1EB-4E10-46CC88AE65CC}"/>
          </ac:picMkLst>
        </pc:picChg>
      </pc:sldChg>
    </pc:docChg>
  </pc:docChgLst>
  <pc:docChgLst>
    <pc:chgData name="Anqi Lin" userId="S::lin.anq@northeastern.edu::0abaa260-3526-4801-a1ca-7e2423e20604" providerId="AD" clId="Web-{5751F876-4222-340F-0054-9DBD02BBAF59}"/>
    <pc:docChg chg="addSld delSld modSld">
      <pc:chgData name="Anqi Lin" userId="S::lin.anq@northeastern.edu::0abaa260-3526-4801-a1ca-7e2423e20604" providerId="AD" clId="Web-{5751F876-4222-340F-0054-9DBD02BBAF59}" dt="2025-11-27T00:24:16.753" v="657" actId="20577"/>
      <pc:docMkLst>
        <pc:docMk/>
      </pc:docMkLst>
      <pc:sldChg chg="addSp delSp modSp">
        <pc:chgData name="Anqi Lin" userId="S::lin.anq@northeastern.edu::0abaa260-3526-4801-a1ca-7e2423e20604" providerId="AD" clId="Web-{5751F876-4222-340F-0054-9DBD02BBAF59}" dt="2025-11-27T00:24:16.753" v="657" actId="20577"/>
        <pc:sldMkLst>
          <pc:docMk/>
          <pc:sldMk cId="3717243787" sldId="278"/>
        </pc:sldMkLst>
        <pc:spChg chg="add mod">
          <ac:chgData name="Anqi Lin" userId="S::lin.anq@northeastern.edu::0abaa260-3526-4801-a1ca-7e2423e20604" providerId="AD" clId="Web-{5751F876-4222-340F-0054-9DBD02BBAF59}" dt="2025-11-27T00:24:16.753" v="657" actId="20577"/>
          <ac:spMkLst>
            <pc:docMk/>
            <pc:sldMk cId="3717243787" sldId="278"/>
            <ac:spMk id="13" creationId="{1990F986-42C3-DAF9-989D-8564E5112D15}"/>
          </ac:spMkLst>
        </pc:spChg>
        <pc:spChg chg="add mod">
          <ac:chgData name="Anqi Lin" userId="S::lin.anq@northeastern.edu::0abaa260-3526-4801-a1ca-7e2423e20604" providerId="AD" clId="Web-{5751F876-4222-340F-0054-9DBD02BBAF59}" dt="2025-11-26T23:21:29.939" v="94"/>
          <ac:spMkLst>
            <pc:docMk/>
            <pc:sldMk cId="3717243787" sldId="278"/>
            <ac:spMk id="15" creationId="{FFCC3E29-AAAF-EBAE-73B1-C1AAD3693A56}"/>
          </ac:spMkLst>
        </pc:spChg>
      </pc:sldChg>
      <pc:sldChg chg="addSp delSp modSp">
        <pc:chgData name="Anqi Lin" userId="S::lin.anq@northeastern.edu::0abaa260-3526-4801-a1ca-7e2423e20604" providerId="AD" clId="Web-{5751F876-4222-340F-0054-9DBD02BBAF59}" dt="2025-11-26T22:51:28.930" v="18"/>
        <pc:sldMkLst>
          <pc:docMk/>
          <pc:sldMk cId="2989287001" sldId="280"/>
        </pc:sldMkLst>
        <pc:spChg chg="add del mod">
          <ac:chgData name="Anqi Lin" userId="S::lin.anq@northeastern.edu::0abaa260-3526-4801-a1ca-7e2423e20604" providerId="AD" clId="Web-{5751F876-4222-340F-0054-9DBD02BBAF59}" dt="2025-11-26T22:51:27.914" v="16" actId="20577"/>
          <ac:spMkLst>
            <pc:docMk/>
            <pc:sldMk cId="2989287001" sldId="280"/>
            <ac:spMk id="2" creationId="{F9360DBF-EFE5-CE14-2684-4823DECC6583}"/>
          </ac:spMkLst>
        </pc:spChg>
        <pc:spChg chg="add del mod">
          <ac:chgData name="Anqi Lin" userId="S::lin.anq@northeastern.edu::0abaa260-3526-4801-a1ca-7e2423e20604" providerId="AD" clId="Web-{5751F876-4222-340F-0054-9DBD02BBAF59}" dt="2025-11-26T22:51:27.945" v="17"/>
          <ac:spMkLst>
            <pc:docMk/>
            <pc:sldMk cId="2989287001" sldId="280"/>
            <ac:spMk id="9" creationId="{F80A3D8A-A3F1-BC14-D238-04D0BE4AD2C9}"/>
          </ac:spMkLst>
        </pc:spChg>
      </pc:sldChg>
      <pc:sldChg chg="modSp add replId">
        <pc:chgData name="Anqi Lin" userId="S::lin.anq@northeastern.edu::0abaa260-3526-4801-a1ca-7e2423e20604" providerId="AD" clId="Web-{5751F876-4222-340F-0054-9DBD02BBAF59}" dt="2025-11-27T00:23:29.581" v="648" actId="20577"/>
        <pc:sldMkLst>
          <pc:docMk/>
          <pc:sldMk cId="3813736679" sldId="284"/>
        </pc:sldMkLst>
        <pc:spChg chg="mod">
          <ac:chgData name="Anqi Lin" userId="S::lin.anq@northeastern.edu::0abaa260-3526-4801-a1ca-7e2423e20604" providerId="AD" clId="Web-{5751F876-4222-340F-0054-9DBD02BBAF59}" dt="2025-11-27T00:23:29.581" v="648" actId="20577"/>
          <ac:spMkLst>
            <pc:docMk/>
            <pc:sldMk cId="3813736679" sldId="284"/>
            <ac:spMk id="13" creationId="{8A10FAD8-60AD-4874-9873-C5DCCAD10B2F}"/>
          </ac:spMkLst>
        </pc:spChg>
        <pc:spChg chg="mod">
          <ac:chgData name="Anqi Lin" userId="S::lin.anq@northeastern.edu::0abaa260-3526-4801-a1ca-7e2423e20604" providerId="AD" clId="Web-{5751F876-4222-340F-0054-9DBD02BBAF59}" dt="2025-11-27T00:18:11.250" v="623" actId="20577"/>
          <ac:spMkLst>
            <pc:docMk/>
            <pc:sldMk cId="3813736679" sldId="284"/>
            <ac:spMk id="15" creationId="{ED7A17D2-AAF5-813E-5EE8-5B3AD1BF34B1}"/>
          </ac:spMkLst>
        </pc:spChg>
      </pc:sldChg>
      <pc:sldChg chg="modSp add replId">
        <pc:chgData name="Anqi Lin" userId="S::lin.anq@northeastern.edu::0abaa260-3526-4801-a1ca-7e2423e20604" providerId="AD" clId="Web-{5751F876-4222-340F-0054-9DBD02BBAF59}" dt="2025-11-27T00:08:38.262" v="592" actId="20577"/>
        <pc:sldMkLst>
          <pc:docMk/>
          <pc:sldMk cId="3335876362" sldId="285"/>
        </pc:sldMkLst>
        <pc:spChg chg="mod">
          <ac:chgData name="Anqi Lin" userId="S::lin.anq@northeastern.edu::0abaa260-3526-4801-a1ca-7e2423e20604" providerId="AD" clId="Web-{5751F876-4222-340F-0054-9DBD02BBAF59}" dt="2025-11-26T23:56:13.283" v="342" actId="20577"/>
          <ac:spMkLst>
            <pc:docMk/>
            <pc:sldMk cId="3335876362" sldId="285"/>
            <ac:spMk id="15" creationId="{CCB10538-300B-B015-3AD9-C988C37D6CBB}"/>
          </ac:spMkLst>
        </pc:spChg>
      </pc:sldChg>
      <pc:sldChg chg="add replId modNotes">
        <pc:chgData name="Anqi Lin" userId="S::lin.anq@northeastern.edu::0abaa260-3526-4801-a1ca-7e2423e20604" providerId="AD" clId="Web-{5751F876-4222-340F-0054-9DBD02BBAF59}" dt="2025-11-26T23:46:59.643" v="221"/>
        <pc:sldMkLst>
          <pc:docMk/>
          <pc:sldMk cId="3315613520" sldId="286"/>
        </pc:sldMkLst>
      </pc:sldChg>
      <pc:sldChg chg="modSp add replId">
        <pc:chgData name="Anqi Lin" userId="S::lin.anq@northeastern.edu::0abaa260-3526-4801-a1ca-7e2423e20604" providerId="AD" clId="Web-{5751F876-4222-340F-0054-9DBD02BBAF59}" dt="2025-11-27T00:08:28.277" v="587" actId="20577"/>
        <pc:sldMkLst>
          <pc:docMk/>
          <pc:sldMk cId="380724459" sldId="289"/>
        </pc:sldMkLst>
        <pc:spChg chg="mod">
          <ac:chgData name="Anqi Lin" userId="S::lin.anq@northeastern.edu::0abaa260-3526-4801-a1ca-7e2423e20604" providerId="AD" clId="Web-{5751F876-4222-340F-0054-9DBD02BBAF59}" dt="2025-11-27T00:08:28.277" v="587" actId="20577"/>
          <ac:spMkLst>
            <pc:docMk/>
            <pc:sldMk cId="380724459" sldId="289"/>
            <ac:spMk id="13" creationId="{8F69F7A6-558D-E323-AE25-1EEA76207C29}"/>
          </ac:spMkLst>
        </pc:spChg>
        <pc:spChg chg="mod">
          <ac:chgData name="Anqi Lin" userId="S::lin.anq@northeastern.edu::0abaa260-3526-4801-a1ca-7e2423e20604" providerId="AD" clId="Web-{5751F876-4222-340F-0054-9DBD02BBAF59}" dt="2025-11-26T23:56:57.003" v="349"/>
          <ac:spMkLst>
            <pc:docMk/>
            <pc:sldMk cId="380724459" sldId="289"/>
            <ac:spMk id="15" creationId="{55EBC048-62AB-849F-E96A-9185EB93ED51}"/>
          </ac:spMkLst>
        </pc:spChg>
      </pc:sldChg>
      <pc:sldChg chg="modSp add replId">
        <pc:chgData name="Anqi Lin" userId="S::lin.anq@northeastern.edu::0abaa260-3526-4801-a1ca-7e2423e20604" providerId="AD" clId="Web-{5751F876-4222-340F-0054-9DBD02BBAF59}" dt="2025-11-27T00:08:42.669" v="597" actId="20577"/>
        <pc:sldMkLst>
          <pc:docMk/>
          <pc:sldMk cId="3505136885" sldId="290"/>
        </pc:sldMkLst>
        <pc:spChg chg="mod">
          <ac:chgData name="Anqi Lin" userId="S::lin.anq@northeastern.edu::0abaa260-3526-4801-a1ca-7e2423e20604" providerId="AD" clId="Web-{5751F876-4222-340F-0054-9DBD02BBAF59}" dt="2025-11-27T00:08:42.669" v="597" actId="20577"/>
          <ac:spMkLst>
            <pc:docMk/>
            <pc:sldMk cId="3505136885" sldId="290"/>
            <ac:spMk id="13" creationId="{1C64F608-50DF-281D-2479-D32CDE08C7F9}"/>
          </ac:spMkLst>
        </pc:spChg>
        <pc:spChg chg="mod">
          <ac:chgData name="Anqi Lin" userId="S::lin.anq@northeastern.edu::0abaa260-3526-4801-a1ca-7e2423e20604" providerId="AD" clId="Web-{5751F876-4222-340F-0054-9DBD02BBAF59}" dt="2025-11-26T23:59:42.897" v="393"/>
          <ac:spMkLst>
            <pc:docMk/>
            <pc:sldMk cId="3505136885" sldId="290"/>
            <ac:spMk id="15" creationId="{16EF43D6-510C-C377-5785-87D616DC0EE4}"/>
          </ac:spMkLst>
        </pc:spChg>
      </pc:sldChg>
      <pc:sldChg chg="modSp add replId">
        <pc:chgData name="Anqi Lin" userId="S::lin.anq@northeastern.edu::0abaa260-3526-4801-a1ca-7e2423e20604" providerId="AD" clId="Web-{5751F876-4222-340F-0054-9DBD02BBAF59}" dt="2025-11-27T00:08:45.091" v="599" actId="20577"/>
        <pc:sldMkLst>
          <pc:docMk/>
          <pc:sldMk cId="3314552854" sldId="291"/>
        </pc:sldMkLst>
        <pc:spChg chg="mod">
          <ac:chgData name="Anqi Lin" userId="S::lin.anq@northeastern.edu::0abaa260-3526-4801-a1ca-7e2423e20604" providerId="AD" clId="Web-{5751F876-4222-340F-0054-9DBD02BBAF59}" dt="2025-11-27T00:08:45.091" v="599" actId="20577"/>
          <ac:spMkLst>
            <pc:docMk/>
            <pc:sldMk cId="3314552854" sldId="291"/>
            <ac:spMk id="13" creationId="{96F49FF9-A78A-4B37-EBF6-48E0DCDF8E49}"/>
          </ac:spMkLst>
        </pc:spChg>
        <pc:spChg chg="mod">
          <ac:chgData name="Anqi Lin" userId="S::lin.anq@northeastern.edu::0abaa260-3526-4801-a1ca-7e2423e20604" providerId="AD" clId="Web-{5751F876-4222-340F-0054-9DBD02BBAF59}" dt="2025-11-27T00:00:16.992" v="397"/>
          <ac:spMkLst>
            <pc:docMk/>
            <pc:sldMk cId="3314552854" sldId="291"/>
            <ac:spMk id="15" creationId="{8C9E4D61-7815-BF67-A7B7-5EADFA8CF97A}"/>
          </ac:spMkLst>
        </pc:spChg>
      </pc:sldChg>
      <pc:sldChg chg="modSp add replId">
        <pc:chgData name="Anqi Lin" userId="S::lin.anq@northeastern.edu::0abaa260-3526-4801-a1ca-7e2423e20604" providerId="AD" clId="Web-{5751F876-4222-340F-0054-9DBD02BBAF59}" dt="2025-11-27T00:08:54.982" v="606" actId="20577"/>
        <pc:sldMkLst>
          <pc:docMk/>
          <pc:sldMk cId="2138595703" sldId="292"/>
        </pc:sldMkLst>
        <pc:spChg chg="mod">
          <ac:chgData name="Anqi Lin" userId="S::lin.anq@northeastern.edu::0abaa260-3526-4801-a1ca-7e2423e20604" providerId="AD" clId="Web-{5751F876-4222-340F-0054-9DBD02BBAF59}" dt="2025-11-27T00:08:54.982" v="606" actId="20577"/>
          <ac:spMkLst>
            <pc:docMk/>
            <pc:sldMk cId="2138595703" sldId="292"/>
            <ac:spMk id="13" creationId="{0700AE01-95A0-17E2-EBE2-520456996FAD}"/>
          </ac:spMkLst>
        </pc:spChg>
        <pc:spChg chg="mod">
          <ac:chgData name="Anqi Lin" userId="S::lin.anq@northeastern.edu::0abaa260-3526-4801-a1ca-7e2423e20604" providerId="AD" clId="Web-{5751F876-4222-340F-0054-9DBD02BBAF59}" dt="2025-11-27T00:00:47.695" v="401"/>
          <ac:spMkLst>
            <pc:docMk/>
            <pc:sldMk cId="2138595703" sldId="292"/>
            <ac:spMk id="15" creationId="{5C66AC4B-6AA8-7441-FD05-E83C2393A67C}"/>
          </ac:spMkLst>
        </pc:spChg>
      </pc:sldChg>
    </pc:docChg>
  </pc:docChgLst>
  <pc:docChgLst>
    <pc:chgData name="Ke Zhang" userId="47252f69-ef46-4148-95d0-9ca8d684c1ea" providerId="ADAL" clId="{577FFA22-CD6F-5C8E-BAA1-EC4ADE8678E8}"/>
    <pc:docChg chg="undo custSel addSld delSld modSld">
      <pc:chgData name="Ke Zhang" userId="47252f69-ef46-4148-95d0-9ca8d684c1ea" providerId="ADAL" clId="{577FFA22-CD6F-5C8E-BAA1-EC4ADE8678E8}" dt="2025-11-28T00:39:22.737" v="227" actId="20577"/>
      <pc:docMkLst>
        <pc:docMk/>
      </pc:docMkLst>
      <pc:sldChg chg="modSp mod">
        <pc:chgData name="Ke Zhang" userId="47252f69-ef46-4148-95d0-9ca8d684c1ea" providerId="ADAL" clId="{577FFA22-CD6F-5C8E-BAA1-EC4ADE8678E8}" dt="2025-11-27T20:28:07.052" v="52" actId="1036"/>
        <pc:sldMkLst>
          <pc:docMk/>
          <pc:sldMk cId="3777565161" sldId="274"/>
        </pc:sldMkLst>
        <pc:spChg chg="mod">
          <ac:chgData name="Ke Zhang" userId="47252f69-ef46-4148-95d0-9ca8d684c1ea" providerId="ADAL" clId="{577FFA22-CD6F-5C8E-BAA1-EC4ADE8678E8}" dt="2025-11-27T20:28:07.052" v="52" actId="1036"/>
          <ac:spMkLst>
            <pc:docMk/>
            <pc:sldMk cId="3777565161" sldId="274"/>
            <ac:spMk id="2" creationId="{BD46B97F-983D-1448-864D-7A51A66B9C88}"/>
          </ac:spMkLst>
        </pc:spChg>
        <pc:spChg chg="mod">
          <ac:chgData name="Ke Zhang" userId="47252f69-ef46-4148-95d0-9ca8d684c1ea" providerId="ADAL" clId="{577FFA22-CD6F-5C8E-BAA1-EC4ADE8678E8}" dt="2025-11-27T20:26:03.384" v="16"/>
          <ac:spMkLst>
            <pc:docMk/>
            <pc:sldMk cId="3777565161" sldId="274"/>
            <ac:spMk id="3" creationId="{87F029E3-DEEF-384F-A732-8222993D5F33}"/>
          </ac:spMkLst>
        </pc:spChg>
      </pc:sldChg>
      <pc:sldChg chg="modSp mod">
        <pc:chgData name="Ke Zhang" userId="47252f69-ef46-4148-95d0-9ca8d684c1ea" providerId="ADAL" clId="{577FFA22-CD6F-5C8E-BAA1-EC4ADE8678E8}" dt="2025-11-27T20:32:43.042" v="72" actId="403"/>
        <pc:sldMkLst>
          <pc:docMk/>
          <pc:sldMk cId="2989287001" sldId="280"/>
        </pc:sldMkLst>
        <pc:spChg chg="mod">
          <ac:chgData name="Ke Zhang" userId="47252f69-ef46-4148-95d0-9ca8d684c1ea" providerId="ADAL" clId="{577FFA22-CD6F-5C8E-BAA1-EC4ADE8678E8}" dt="2025-11-27T20:32:43.042" v="72" actId="403"/>
          <ac:spMkLst>
            <pc:docMk/>
            <pc:sldMk cId="2989287001" sldId="280"/>
            <ac:spMk id="2" creationId="{F9360DBF-EFE5-CE14-2684-4823DECC6583}"/>
          </ac:spMkLst>
        </pc:spChg>
        <pc:spChg chg="mod">
          <ac:chgData name="Ke Zhang" userId="47252f69-ef46-4148-95d0-9ca8d684c1ea" providerId="ADAL" clId="{577FFA22-CD6F-5C8E-BAA1-EC4ADE8678E8}" dt="2025-11-27T20:31:29.594" v="53"/>
          <ac:spMkLst>
            <pc:docMk/>
            <pc:sldMk cId="2989287001" sldId="280"/>
            <ac:spMk id="9" creationId="{F80A3D8A-A3F1-BC14-D238-04D0BE4AD2C9}"/>
          </ac:spMkLst>
        </pc:spChg>
      </pc:sldChg>
      <pc:sldChg chg="modSp mod">
        <pc:chgData name="Ke Zhang" userId="47252f69-ef46-4148-95d0-9ca8d684c1ea" providerId="ADAL" clId="{577FFA22-CD6F-5C8E-BAA1-EC4ADE8678E8}" dt="2025-11-27T20:39:32.596" v="147" actId="2710"/>
        <pc:sldMkLst>
          <pc:docMk/>
          <pc:sldMk cId="1073825002" sldId="281"/>
        </pc:sldMkLst>
        <pc:spChg chg="mod">
          <ac:chgData name="Ke Zhang" userId="47252f69-ef46-4148-95d0-9ca8d684c1ea" providerId="ADAL" clId="{577FFA22-CD6F-5C8E-BAA1-EC4ADE8678E8}" dt="2025-11-27T20:39:32.596" v="147" actId="2710"/>
          <ac:spMkLst>
            <pc:docMk/>
            <pc:sldMk cId="1073825002" sldId="281"/>
            <ac:spMk id="2" creationId="{A17BF777-8407-E629-811C-89D7EAA22C0F}"/>
          </ac:spMkLst>
        </pc:spChg>
        <pc:spChg chg="mod">
          <ac:chgData name="Ke Zhang" userId="47252f69-ef46-4148-95d0-9ca8d684c1ea" providerId="ADAL" clId="{577FFA22-CD6F-5C8E-BAA1-EC4ADE8678E8}" dt="2025-11-27T20:38:38.698" v="138"/>
          <ac:spMkLst>
            <pc:docMk/>
            <pc:sldMk cId="1073825002" sldId="281"/>
            <ac:spMk id="3" creationId="{FD64AE19-FFD6-151A-0C58-95F4BC61BC68}"/>
          </ac:spMkLst>
        </pc:spChg>
      </pc:sldChg>
      <pc:sldChg chg="addSp modSp mod">
        <pc:chgData name="Ke Zhang" userId="47252f69-ef46-4148-95d0-9ca8d684c1ea" providerId="ADAL" clId="{577FFA22-CD6F-5C8E-BAA1-EC4ADE8678E8}" dt="2025-11-28T00:39:22.737" v="227" actId="20577"/>
        <pc:sldMkLst>
          <pc:docMk/>
          <pc:sldMk cId="2576190016" sldId="283"/>
        </pc:sldMkLst>
      </pc:sldChg>
      <pc:sldChg chg="add">
        <pc:chgData name="Ke Zhang" userId="47252f69-ef46-4148-95d0-9ca8d684c1ea" providerId="ADAL" clId="{577FFA22-CD6F-5C8E-BAA1-EC4ADE8678E8}" dt="2025-11-27T20:36:58.433" v="133"/>
        <pc:sldMkLst>
          <pc:docMk/>
          <pc:sldMk cId="1965109111" sldId="294"/>
        </pc:sldMkLst>
      </pc:sldChg>
      <pc:sldChg chg="addSp modSp add mod">
        <pc:chgData name="Ke Zhang" userId="47252f69-ef46-4148-95d0-9ca8d684c1ea" providerId="ADAL" clId="{577FFA22-CD6F-5C8E-BAA1-EC4ADE8678E8}" dt="2025-11-27T20:42:09.537" v="162" actId="1076"/>
        <pc:sldMkLst>
          <pc:docMk/>
          <pc:sldMk cId="561742585" sldId="295"/>
        </pc:sldMkLst>
        <pc:spChg chg="mod">
          <ac:chgData name="Ke Zhang" userId="47252f69-ef46-4148-95d0-9ca8d684c1ea" providerId="ADAL" clId="{577FFA22-CD6F-5C8E-BAA1-EC4ADE8678E8}" dt="2025-11-27T20:41:59.572" v="157" actId="27636"/>
          <ac:spMkLst>
            <pc:docMk/>
            <pc:sldMk cId="561742585" sldId="295"/>
            <ac:spMk id="2" creationId="{97B397BF-9779-5143-63A9-4FF02E7B47EB}"/>
          </ac:spMkLst>
        </pc:spChg>
        <pc:spChg chg="mod">
          <ac:chgData name="Ke Zhang" userId="47252f69-ef46-4148-95d0-9ca8d684c1ea" providerId="ADAL" clId="{577FFA22-CD6F-5C8E-BAA1-EC4ADE8678E8}" dt="2025-11-27T20:40:28.314" v="148"/>
          <ac:spMkLst>
            <pc:docMk/>
            <pc:sldMk cId="561742585" sldId="295"/>
            <ac:spMk id="3" creationId="{601BD23C-B690-B7C1-BE83-2C8946662A6A}"/>
          </ac:spMkLst>
        </pc:spChg>
        <pc:picChg chg="add mod">
          <ac:chgData name="Ke Zhang" userId="47252f69-ef46-4148-95d0-9ca8d684c1ea" providerId="ADAL" clId="{577FFA22-CD6F-5C8E-BAA1-EC4ADE8678E8}" dt="2025-11-27T20:42:09.537" v="162" actId="1076"/>
          <ac:picMkLst>
            <pc:docMk/>
            <pc:sldMk cId="561742585" sldId="295"/>
            <ac:picMk id="5" creationId="{5AC6CDCB-0CF8-7527-28E3-2A4EFF419943}"/>
          </ac:picMkLst>
        </pc:picChg>
      </pc:sldChg>
      <pc:sldChg chg="addSp modSp add mod">
        <pc:chgData name="Ke Zhang" userId="47252f69-ef46-4148-95d0-9ca8d684c1ea" providerId="ADAL" clId="{577FFA22-CD6F-5C8E-BAA1-EC4ADE8678E8}" dt="2025-11-27T20:47:11.566" v="180" actId="1076"/>
        <pc:sldMkLst>
          <pc:docMk/>
          <pc:sldMk cId="1837615697" sldId="296"/>
        </pc:sldMkLst>
        <pc:spChg chg="mod">
          <ac:chgData name="Ke Zhang" userId="47252f69-ef46-4148-95d0-9ca8d684c1ea" providerId="ADAL" clId="{577FFA22-CD6F-5C8E-BAA1-EC4ADE8678E8}" dt="2025-11-27T20:43:58.015" v="177" actId="404"/>
          <ac:spMkLst>
            <pc:docMk/>
            <pc:sldMk cId="1837615697" sldId="296"/>
            <ac:spMk id="2" creationId="{51CDEDC2-2719-99CE-BA6C-43F0742FA95A}"/>
          </ac:spMkLst>
        </pc:spChg>
        <pc:spChg chg="mod">
          <ac:chgData name="Ke Zhang" userId="47252f69-ef46-4148-95d0-9ca8d684c1ea" providerId="ADAL" clId="{577FFA22-CD6F-5C8E-BAA1-EC4ADE8678E8}" dt="2025-11-27T20:42:50.956" v="163"/>
          <ac:spMkLst>
            <pc:docMk/>
            <pc:sldMk cId="1837615697" sldId="296"/>
            <ac:spMk id="3" creationId="{339F3BDE-5DF8-BEC7-BC04-3AD0557DC181}"/>
          </ac:spMkLst>
        </pc:spChg>
        <pc:picChg chg="add mod">
          <ac:chgData name="Ke Zhang" userId="47252f69-ef46-4148-95d0-9ca8d684c1ea" providerId="ADAL" clId="{577FFA22-CD6F-5C8E-BAA1-EC4ADE8678E8}" dt="2025-11-27T20:47:11.566" v="180" actId="1076"/>
          <ac:picMkLst>
            <pc:docMk/>
            <pc:sldMk cId="1837615697" sldId="296"/>
            <ac:picMk id="5" creationId="{60F77205-3E35-EA93-2A1E-139F8AF438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E46D6-6B10-445F-BE48-5FB2A9556280}" type="datetimeFigureOut"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0D700-9C11-46A1-8557-E8E440334D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ERD models the full lifecycle of an e-commerce business. Products are stored across multiple warehouses, and Inventory tracks stock levels. Customers can have multiple reusable addresses, supported by a </a:t>
            </a:r>
            <a:r>
              <a:rPr lang="en-US" err="1"/>
              <a:t>CustomerAddress</a:t>
            </a:r>
            <a:r>
              <a:rPr lang="en-US"/>
              <a:t> junction table. Orders represent purchases and are linked to products, shipments, customers, and payments through dedicated many-to-many junction tables. Billing is handled through Invoices and Payments, and aggregated payment data is fed into </a:t>
            </a:r>
            <a:r>
              <a:rPr lang="en-US" err="1"/>
              <a:t>FinancialReports</a:t>
            </a:r>
            <a:r>
              <a:rPr lang="en-US"/>
              <a:t> for monthly analysis. The design is fully normalized, avoids redundancy, and supports real-world e-commerce operations including split shipments, shared addresses, and multi-payment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0D700-9C11-46A1-8557-E8E440334D2C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63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B67D-458F-E698-D137-F711B32A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96149-7B4E-D50D-6632-F83824024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F7428-9D7F-B2F6-7D71-016C176F3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ERD models the full lifecycle of an e-commerce business. Products are stored across multiple warehouses, and Inventory tracks stock levels. Customers can have multiple reusable addresses, supported by a </a:t>
            </a:r>
            <a:r>
              <a:rPr lang="en-US" err="1"/>
              <a:t>CustomerAddress</a:t>
            </a:r>
            <a:r>
              <a:rPr lang="en-US"/>
              <a:t> junction table. Orders represent purchases and are linked to products, shipments, customers, and payments through dedicated many-to-many junction tables. Billing is handled through Invoices and Payments, and aggregated payment data is fed into </a:t>
            </a:r>
            <a:r>
              <a:rPr lang="en-US" err="1"/>
              <a:t>FinancialReports</a:t>
            </a:r>
            <a:r>
              <a:rPr lang="en-US"/>
              <a:t> for monthly analysis. The design is fully normalized, avoids redundancy, and supports real-world e-commerce operations including split shipments, shared addresses, and multi-payment orders.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12AAD-83E0-B631-2083-557F5F1AE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0D700-9C11-46A1-8557-E8E440334D2C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5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5058-C3D7-B474-4F6B-F27BCC6E5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E2339-B38E-27B1-76F0-E16656C76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B4C8E-44D8-7197-B8EC-803B92DB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BCFBD-05E3-90BB-F46C-3222CCA2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1074F-AA4A-5B4E-C85B-D1E48D87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95B7-3C29-F7F5-E8A0-942EDDA2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C5489-D3C7-DE30-0E26-311FF89EB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92C1-B451-EC01-6AA4-18EB097D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A73FB-F44B-560C-C1C9-A2B738C1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1490B-279B-8A28-75BF-CA13892B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2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ACD6-692D-B578-FDE3-7B085F52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7FAAF-F2A3-D383-3382-2A1357F4F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C436A-BDCB-A70D-A4FD-430B7B97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372AC-777E-C617-31E6-FD4250CC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6C2A-51BB-DA6B-BDC7-FA3E5E89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0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053E-20C6-4DD9-5C74-697A3315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4F20-3943-850F-902C-B92D8B6B9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A9778-3821-D950-B13A-3FED4B13C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9F6E7-52F7-1867-BB0E-320CEBD3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FA269-8B00-6B37-C395-77271D70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94BD9-0D73-496C-C0AA-23BA94C1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8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1F0-FE03-A08D-C565-37966900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484F7-A91C-5B6A-19FC-AC827612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5F7ED-EB52-27B3-2E04-35127326C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B7C59-6CB9-AE32-60F8-082546AAF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D8430-6454-2EAD-781E-B7DBDC46D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C6CC9-CCE0-6F81-2170-9DE77228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26B75-3624-E01C-E08B-54BAC90D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7F1BA-370E-A04E-1885-0AEF0B14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9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4394-CBB8-0806-098C-58B833A1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11896-4275-E67F-4F37-F6560ADF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A6D4D-74FB-D126-88D9-FA6AA630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76AF8-1B3F-8441-D68A-26B3FCB5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3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DDE2D-3278-7D9D-A73A-FDC3CC0C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B9A16-1A92-2A80-891A-4B706072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A9E3D-76A3-9269-45B2-B8ED4354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7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B415-5349-9CFF-8ECD-D9F5F264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B050-8E25-7A82-FA8D-0A079833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733EF-98BC-4B78-24DD-82A28E406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5711F-B05E-9DEF-9F29-A637315B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AF362-4A9D-3D34-34CB-CB32A9FD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CFD29-F9FE-29EF-E4D3-722676CC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9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0131-15DC-A516-88DD-8217A5A0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F8EA8-4760-DABB-12A0-ABBBC35C9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9B74A-2F16-565A-9FBE-F48111D71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20B5F-175D-270A-0E62-CB955EC4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42885-10CC-6D33-489F-4B26B61E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63182-714D-FDCD-363E-EF1E3F1C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9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56F4-80FC-60D7-8753-A2F56ACA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F947D-AFB1-3AA7-4141-AD5D84512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FCBF-3F13-7C9C-127B-84AC1DD9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0461-B363-D318-8C21-A1CB56D2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A508D-6AB8-08B9-2EDC-A2A5D99F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3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A4CE3-F70F-D062-3194-88A439658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7458F-7500-5C33-27A2-677D32606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F3A97-39FC-9A2C-C4D0-BEE07837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37E6B-454C-3FB1-D28E-31BAD308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1085F-9CA3-9A4E-66FE-A9595D16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9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lide1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31373" y="1122363"/>
            <a:ext cx="6096807" cy="2387600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31373" y="3602038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7869F9-CB14-FF4B-ADA3-C32AF9509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36610" y="1248551"/>
            <a:ext cx="7075199" cy="707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31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2001"/>
            <a:ext cx="105156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8201" y="1332089"/>
            <a:ext cx="9810044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4771" y="5559425"/>
            <a:ext cx="1079500" cy="8307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5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62793-64D2-8BF1-D219-59D7C682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46F47-CE6D-2B96-313D-AE405F651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4EA1B-EEA4-C1CE-2A16-151EAE062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12C04-5F54-6E41-AD67-ACC3505145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4BF3-F887-99D2-9CED-BC31475AD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F96BC-24D0-53F3-11F1-D597CA1E9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17639-046F-004F-8A9E-8ACCDEBD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5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25BA-E99F-0142-A647-3CB212B70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TimesNewRomanPS-BoldMT"/>
                <a:cs typeface="Times New Roman"/>
              </a:rPr>
              <a:t>E-Commerce </a:t>
            </a:r>
            <a:br>
              <a:rPr lang="en-US" sz="4000" b="1">
                <a:latin typeface="TimesNewRomanPS-BoldMT"/>
                <a:cs typeface="Times New Roman"/>
              </a:rPr>
            </a:br>
            <a:r>
              <a:rPr lang="en-US" sz="4000" b="1">
                <a:latin typeface="TimesNewRomanPS-BoldMT"/>
                <a:cs typeface="Times New Roman"/>
              </a:rPr>
              <a:t>Logistics and Statement Management System</a:t>
            </a:r>
            <a:endParaRPr lang="zh-TW" altLang="en-US" sz="4000" b="1">
              <a:latin typeface="TimesNewRomanPS-BoldMT"/>
              <a:cs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1793A5-86A0-02EA-197D-69CACBAE6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669668"/>
              </p:ext>
            </p:extLst>
          </p:nvPr>
        </p:nvGraphicFramePr>
        <p:xfrm>
          <a:off x="630300" y="4029620"/>
          <a:ext cx="4085302" cy="155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5302">
                  <a:extLst>
                    <a:ext uri="{9D8B030D-6E8A-4147-A177-3AD203B41FA5}">
                      <a16:colId xmlns:a16="http://schemas.microsoft.com/office/drawing/2014/main" val="2295811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500">
                        <a:latin typeface="Times New Roman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95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Times New Roman"/>
                        </a:rPr>
                        <a:t>Team 1:</a:t>
                      </a:r>
                      <a:endParaRPr lang="en-US" sz="1600" b="0" i="0" u="none" strike="noStrike" noProof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600" b="0">
                        <a:solidFill>
                          <a:schemeClr val="tx1"/>
                        </a:solidFill>
                        <a:latin typeface="Times New Roman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Times New Roman"/>
                          <a:cs typeface="Calibri"/>
                        </a:rPr>
                        <a:t>Zehui Bao | </a:t>
                      </a: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Anqi Lin | Xinrui Shi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366863"/>
                  </a:ext>
                </a:extLst>
              </a:tr>
              <a:tr h="3639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Times New Roman"/>
                        </a:rPr>
                        <a:t>Ke</a:t>
                      </a:r>
                      <a:r>
                        <a:rPr lang="zh-CN" sz="1600" b="0">
                          <a:latin typeface="Times New Roman"/>
                        </a:rPr>
                        <a:t> </a:t>
                      </a:r>
                      <a:r>
                        <a:rPr lang="en-US" sz="1600" b="0">
                          <a:latin typeface="Times New Roman"/>
                        </a:rPr>
                        <a:t>Zhang | Xingguang</a:t>
                      </a:r>
                      <a:r>
                        <a:rPr lang="zh-CN" sz="1600" b="0">
                          <a:latin typeface="Times New Roman"/>
                        </a:rPr>
                        <a:t> </a:t>
                      </a:r>
                      <a:r>
                        <a:rPr lang="en-US" sz="1600" b="0">
                          <a:latin typeface="Times New Roman"/>
                        </a:rPr>
                        <a:t>Chen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07441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D1436C4B-A7BB-0F30-B8FC-D3DAD1FD4190}"/>
              </a:ext>
            </a:extLst>
          </p:cNvPr>
          <p:cNvSpPr txBox="1">
            <a:spLocks/>
          </p:cNvSpPr>
          <p:nvPr/>
        </p:nvSpPr>
        <p:spPr>
          <a:xfrm>
            <a:off x="631373" y="1643063"/>
            <a:ext cx="609680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 sz="2000">
                <a:latin typeface="Times New Roman"/>
                <a:cs typeface="Times New Roman"/>
              </a:rPr>
              <a:t>DAMG6210 Data Mgt and Database Design Fall 2025</a:t>
            </a:r>
            <a:endParaRPr lang="zh-TW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356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46B97F-983D-1448-864D-7A51A66B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19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libri"/>
                <a:cs typeface="Calibri"/>
              </a:rPr>
              <a:t>Project Overview &amp; Objectives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libri"/>
                <a:cs typeface="Calibri"/>
              </a:rPr>
              <a:t>ERD Design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libri"/>
                <a:cs typeface="Calibri"/>
              </a:rPr>
              <a:t>SQL DDL Implementation Walkthrough</a:t>
            </a:r>
          </a:p>
          <a:p>
            <a:pPr marL="457200" indent="-457200">
              <a:buAutoNum type="arabicPeriod"/>
            </a:pPr>
            <a:r>
              <a:rPr lang="en-US" sz="2000">
                <a:latin typeface="Times New Roman"/>
                <a:ea typeface="Calibri"/>
                <a:cs typeface="Calibri"/>
              </a:rPr>
              <a:t>Analytical Reporting Views</a:t>
            </a:r>
          </a:p>
          <a:p>
            <a:pPr lvl="1">
              <a:buFont typeface="Courier New"/>
              <a:buChar char="o"/>
            </a:pPr>
            <a:r>
              <a:rPr lang="en-US" sz="2000" err="1">
                <a:latin typeface="Times New Roman"/>
                <a:ea typeface="Calibri"/>
                <a:cs typeface="Calibri"/>
              </a:rPr>
              <a:t>OrderSummary</a:t>
            </a:r>
            <a:endParaRPr lang="en-US" sz="2000">
              <a:latin typeface="Times New Roman"/>
            </a:endParaRPr>
          </a:p>
          <a:p>
            <a:pPr lvl="1">
              <a:buFont typeface="Courier New"/>
              <a:buChar char="o"/>
            </a:pPr>
            <a:r>
              <a:rPr lang="en-US" sz="2000" err="1">
                <a:latin typeface="Times New Roman"/>
                <a:ea typeface="Calibri"/>
                <a:cs typeface="Calibri"/>
              </a:rPr>
              <a:t>InventoryStatus</a:t>
            </a:r>
            <a:endParaRPr lang="en-US" sz="2000">
              <a:latin typeface="Times New Roman"/>
            </a:endParaRPr>
          </a:p>
          <a:p>
            <a:pPr lvl="1">
              <a:buFont typeface="Courier New"/>
              <a:buChar char="o"/>
            </a:pPr>
            <a:r>
              <a:rPr lang="en-US" sz="2000" err="1">
                <a:latin typeface="Times New Roman"/>
                <a:ea typeface="Calibri"/>
                <a:cs typeface="Calibri"/>
              </a:rPr>
              <a:t>ProductSalesSummary</a:t>
            </a:r>
            <a:endParaRPr lang="en-US" sz="2000">
              <a:latin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ea typeface="Calibri"/>
                <a:cs typeface="Calibri"/>
              </a:rPr>
              <a:t>5.    Visualization</a:t>
            </a:r>
            <a:endParaRPr lang="en-US">
              <a:latin typeface="Times New Roman"/>
            </a:endParaRPr>
          </a:p>
          <a:p>
            <a:pPr>
              <a:buAutoNum type="arabicPeriod"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029E3-DEEF-384F-A732-8222993D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NewRomanPS-BoldMT"/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76CA-175D-1D42-9BE1-2D08D60AE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C503-D8E9-74AC-2D08-45379BAA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86587-F029-B191-31AD-299D6CE88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1990F986-42C3-DAF9-989D-8564E5112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435918"/>
            <a:ext cx="9821649" cy="46643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database is designed to support the </a:t>
            </a:r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core operations of an e-commerce business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 by providing accurate, real-time data across multiple functions. It enables: 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Inventory Management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Order Processing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Logistics &amp; Shipment Tracking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Customer Billing &amp; Payment Reconciliation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Business &amp; Financial Reporting</a:t>
            </a:r>
            <a:endParaRPr lang="en-US" sz="2000">
              <a:latin typeface="Times New Roman"/>
            </a:endParaRPr>
          </a:p>
          <a:p>
            <a:pPr algn="just">
              <a:buNone/>
            </a:pPr>
            <a:endParaRPr lang="en-US" sz="2000">
              <a:latin typeface="Times New Roman"/>
            </a:endParaRPr>
          </a:p>
          <a:p>
            <a:pPr marL="0" indent="0" algn="just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By integrating these functions into a single source of truth, the database supports </a:t>
            </a:r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cross-department coordination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—including operations, accounting, and customer service—and ensures </a:t>
            </a:r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timely fulfillment, accurate financials, and improved customer satisfaction.</a:t>
            </a:r>
            <a:endParaRPr lang="en-US" sz="2000" b="1">
              <a:solidFill>
                <a:schemeClr val="tx2">
                  <a:lumMod val="49000"/>
                  <a:lumOff val="51000"/>
                </a:schemeClr>
              </a:solidFill>
              <a:latin typeface="Times New Roman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FFCC3E29-AAAF-EBAE-73B1-C1AAD3693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NewRomanPS-BoldMT"/>
              </a:rPr>
              <a:t>Database Purpose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371724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BD7B-1CE9-39B3-8372-781DB476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184B8-AAC9-17E5-09FB-46710E5FB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8A10FAD8-60AD-4874-9873-C5DCCAD1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907" y="1437791"/>
            <a:ext cx="9996742" cy="465186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Duplicate &amp; Inconsistent Customer Data </a:t>
            </a: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: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Need to centralize and normalize customer and address records across sales, billing, and shipping systems.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Unclear Product Relationships :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 Require clear product–supplier mappings to support cost control, sourcing decisions, and inventory planning.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Inventory Stockouts &amp; Overstocking :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 Must monitor inventory levels across multiple warehouses in real time to avoid lost sales or excess holding costs.</a:t>
            </a:r>
            <a:endParaRPr lang="en-US" sz="2000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Limited Order Lifecycle Visibility :</a:t>
            </a:r>
            <a:r>
              <a:rPr lang="en-US" sz="2000">
                <a:latin typeface="Times New Roman"/>
                <a:cs typeface="Times New Roman"/>
              </a:rPr>
              <a:t> Need end-to-end tracking from purchase to delivery, with invoice creation separated from payment collection to track outstanding balances and customer credit.</a:t>
            </a:r>
          </a:p>
          <a:p>
            <a:pPr algn="just">
              <a:buFont typeface="Arial"/>
              <a:buChar char="•"/>
            </a:pPr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Times New Roman"/>
                <a:cs typeface="Times New Roman"/>
              </a:rPr>
              <a:t>Fragmented Financial Reporting :</a:t>
            </a:r>
            <a:r>
              <a:rPr lang="en-US" sz="2000">
                <a:latin typeface="Times New Roman"/>
                <a:cs typeface="Times New Roman"/>
              </a:rPr>
              <a:t> Must generate consolidated statements showing total revenue, cost, and profit margins for specific time periods.</a:t>
            </a:r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ED7A17D2-AAF5-813E-5EE8-5B3AD1BF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NewRomanPS-BoldMT"/>
              </a:rPr>
              <a:t>Business Problems Addressed</a:t>
            </a:r>
            <a:endParaRPr lang="en-US" b="1">
              <a:latin typeface="TimesNewRomanPS-BoldMT"/>
            </a:endParaRPr>
          </a:p>
        </p:txBody>
      </p:sp>
    </p:spTree>
    <p:extLst>
      <p:ext uri="{BB962C8B-B14F-4D97-AF65-F5344CB8AC3E}">
        <p14:creationId xmlns:p14="http://schemas.microsoft.com/office/powerpoint/2010/main" val="381373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1DCB-A529-FBF1-E728-974EB8D0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2F545-7DDA-7F45-D6ED-533305754D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22D119DA-8F31-E59A-DF40-85D96BA48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907" y="1437791"/>
            <a:ext cx="9996742" cy="465186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Each product may be stocked in multiple warehouses. 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Each warehouse can hold multiple products. </a:t>
            </a:r>
            <a:endParaRPr lang="en-US"/>
          </a:p>
          <a:p>
            <a:pPr algn="just"/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Each shipment has multiple orders. Each order has multiple shipments. </a:t>
            </a:r>
            <a:endParaRPr lang="en-US"/>
          </a:p>
          <a:p>
            <a:pPr algn="just"/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Each order is made by multiple customers and contains multiple products. </a:t>
            </a:r>
            <a:endParaRPr lang="en-US"/>
          </a:p>
          <a:p>
            <a:pPr algn="just"/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Each order has multiple payment. Each </a:t>
            </a:r>
            <a:r>
              <a:rPr lang="en-US" sz="2000">
                <a:latin typeface="Real Text Pro"/>
                <a:cs typeface="Times New Roman"/>
              </a:rPr>
              <a:t>payment has </a:t>
            </a:r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multiple orders. </a:t>
            </a:r>
            <a:endParaRPr lang="en-US"/>
          </a:p>
          <a:p>
            <a:pPr algn="just"/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Each payment is associated </a:t>
            </a:r>
            <a:r>
              <a:rPr lang="en-US" sz="2000">
                <a:latin typeface="Real Text Pro"/>
                <a:cs typeface="Times New Roman"/>
              </a:rPr>
              <a:t>with multiple invoices. </a:t>
            </a:r>
            <a:endParaRPr lang="en-US"/>
          </a:p>
          <a:p>
            <a:pPr algn="just"/>
            <a:r>
              <a:rPr lang="en-US" sz="2000">
                <a:latin typeface="Real Text Pro"/>
                <a:cs typeface="Times New Roman"/>
              </a:rPr>
              <a:t>Each customer can have multiple addresses. </a:t>
            </a:r>
            <a:endParaRPr lang="en-US"/>
          </a:p>
          <a:p>
            <a:pPr algn="just"/>
            <a:r>
              <a:rPr lang="en-US" sz="2000">
                <a:latin typeface="Real Text Pro"/>
                <a:cs typeface="Times New Roman"/>
              </a:rPr>
              <a:t>Each address may be reused by multiple customers (e.g., family accounts or shared work </a:t>
            </a:r>
            <a:endParaRPr lang="en-US"/>
          </a:p>
          <a:p>
            <a:pPr marL="0" indent="0" algn="just">
              <a:buNone/>
            </a:pPr>
            <a:r>
              <a:rPr lang="en-US" sz="2000">
                <a:latin typeface="Real Text Pro"/>
                <a:cs typeface="Times New Roman"/>
              </a:rPr>
              <a:t>addresses). </a:t>
            </a:r>
            <a:endParaRPr lang="en-US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Real Text Pro"/>
                <a:cs typeface="Times New Roman"/>
              </a:rPr>
              <a:t>Financial reports are generated based on payment data</a:t>
            </a:r>
            <a:r>
              <a:rPr lang="en-US" sz="2000">
                <a:latin typeface="Real Text Pro"/>
                <a:cs typeface="Times New Roman"/>
              </a:rPr>
              <a:t>.</a:t>
            </a:r>
            <a:endParaRPr lang="en-US">
              <a:latin typeface="Real Text Pro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5547C0F1-D992-D374-1558-0B3E37E8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NewRomanPS-BoldMT"/>
              </a:rPr>
              <a:t>Business Rules</a:t>
            </a:r>
            <a:endParaRPr lang="en-US" b="1">
              <a:latin typeface="TimesNewRomanPS-BoldMT"/>
            </a:endParaRPr>
          </a:p>
        </p:txBody>
      </p:sp>
    </p:spTree>
    <p:extLst>
      <p:ext uri="{BB962C8B-B14F-4D97-AF65-F5344CB8AC3E}">
        <p14:creationId xmlns:p14="http://schemas.microsoft.com/office/powerpoint/2010/main" val="251685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C2AD-7B03-B010-FA45-49A55780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A51A3-E1C7-1A23-479F-1085C6CE3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圖片 8" descr="一張含有 文字, 螢幕擷取畫面, 圖表, 平行 的圖片&#10;&#10;AI 產生的內容可能不正確。">
            <a:extLst>
              <a:ext uri="{FF2B5EF4-FFF2-40B4-BE49-F238E27FC236}">
                <a16:creationId xmlns:a16="http://schemas.microsoft.com/office/drawing/2014/main" id="{29444E09-541D-B617-AE4C-3CDCE83C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5" y="0"/>
            <a:ext cx="1120775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2B650E-31F1-8D70-8CC6-226D8C92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1" y="-276465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US" sz="3000" b="1">
                <a:latin typeface="TimesNewRomanPS-BoldMT"/>
              </a:rPr>
              <a:t>Final ERD Overview</a:t>
            </a:r>
          </a:p>
        </p:txBody>
      </p:sp>
      <p:pic>
        <p:nvPicPr>
          <p:cNvPr id="10" name="圖片 9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91A30511-69CE-80A0-8645-0F4FB4D051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" b="15613"/>
          <a:stretch>
            <a:fillRect/>
          </a:stretch>
        </p:blipFill>
        <p:spPr>
          <a:xfrm>
            <a:off x="146050" y="4010025"/>
            <a:ext cx="3492500" cy="283369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DE5572F4-8D4C-D3DF-E035-07A912068138}"/>
              </a:ext>
            </a:extLst>
          </p:cNvPr>
          <p:cNvSpPr txBox="1">
            <a:spLocks/>
          </p:cNvSpPr>
          <p:nvPr/>
        </p:nvSpPr>
        <p:spPr>
          <a:xfrm>
            <a:off x="330200" y="3420269"/>
            <a:ext cx="4102100" cy="142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pPr algn="just">
              <a:spcBef>
                <a:spcPts val="1000"/>
              </a:spcBef>
            </a:pPr>
            <a:r>
              <a:rPr lang="en-US" sz="1800" b="1" u="sng">
                <a:solidFill>
                  <a:schemeClr val="tx2">
                    <a:lumMod val="76000"/>
                    <a:lumOff val="24000"/>
                  </a:schemeClr>
                </a:solidFill>
                <a:latin typeface="TimesNewRomanPS-BoldMT"/>
              </a:rPr>
              <a:t>Shipping &amp; Logistics</a:t>
            </a:r>
            <a:endParaRPr lang="zh-TW" altLang="en-US" sz="1800" b="1" u="sng">
              <a:solidFill>
                <a:schemeClr val="tx2">
                  <a:lumMod val="76000"/>
                  <a:lumOff val="24000"/>
                </a:schemeClr>
              </a:solidFill>
              <a:latin typeface="TimesNewRomanPS-BoldMT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052D384B-FC96-BF28-CDCE-ACAB44609F61}"/>
              </a:ext>
            </a:extLst>
          </p:cNvPr>
          <p:cNvSpPr txBox="1">
            <a:spLocks/>
          </p:cNvSpPr>
          <p:nvPr/>
        </p:nvSpPr>
        <p:spPr>
          <a:xfrm>
            <a:off x="4114800" y="1629569"/>
            <a:ext cx="1981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pPr algn="just">
              <a:spcBef>
                <a:spcPts val="1000"/>
              </a:spcBef>
            </a:pPr>
            <a:r>
              <a:rPr lang="en-US" sz="1800" b="1" u="sng">
                <a:solidFill>
                  <a:schemeClr val="tx2">
                    <a:lumMod val="76000"/>
                    <a:lumOff val="24000"/>
                  </a:schemeClr>
                </a:solidFill>
                <a:latin typeface="TimesNewRomanPS-BoldMT"/>
              </a:rPr>
              <a:t>Order</a:t>
            </a:r>
            <a:endParaRPr lang="zh-TW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AF50E383-6EAE-E40D-D602-041571C16D16}"/>
              </a:ext>
            </a:extLst>
          </p:cNvPr>
          <p:cNvSpPr txBox="1">
            <a:spLocks/>
          </p:cNvSpPr>
          <p:nvPr/>
        </p:nvSpPr>
        <p:spPr>
          <a:xfrm>
            <a:off x="8432800" y="308769"/>
            <a:ext cx="2565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pPr algn="just">
              <a:spcBef>
                <a:spcPts val="1000"/>
              </a:spcBef>
            </a:pPr>
            <a:r>
              <a:rPr lang="en-US" sz="1800" b="1" u="sng">
                <a:solidFill>
                  <a:schemeClr val="tx2">
                    <a:lumMod val="76000"/>
                    <a:lumOff val="24000"/>
                  </a:schemeClr>
                </a:solidFill>
                <a:latin typeface="TimesNewRomanPS-BoldMT"/>
              </a:rPr>
              <a:t>Payments</a:t>
            </a:r>
            <a:endParaRPr lang="zh-TW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BA307595-D34E-E651-3F87-8818F31EB8BD}"/>
              </a:ext>
            </a:extLst>
          </p:cNvPr>
          <p:cNvSpPr txBox="1">
            <a:spLocks/>
          </p:cNvSpPr>
          <p:nvPr/>
        </p:nvSpPr>
        <p:spPr>
          <a:xfrm>
            <a:off x="8432800" y="3515519"/>
            <a:ext cx="2565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pPr algn="just">
              <a:spcBef>
                <a:spcPts val="1000"/>
              </a:spcBef>
            </a:pPr>
            <a:r>
              <a:rPr lang="en-US" sz="1800" b="1" u="sng">
                <a:solidFill>
                  <a:schemeClr val="tx2">
                    <a:lumMod val="76000"/>
                    <a:lumOff val="24000"/>
                  </a:schemeClr>
                </a:solidFill>
                <a:latin typeface="TimesNewRomanPS-BoldMT"/>
              </a:rPr>
              <a:t>Product &amp;</a:t>
            </a:r>
            <a:endParaRPr lang="zh-TW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just">
              <a:spcBef>
                <a:spcPts val="1000"/>
              </a:spcBef>
            </a:pPr>
            <a:r>
              <a:rPr lang="en-US" sz="1800" b="1" u="sng">
                <a:solidFill>
                  <a:schemeClr val="tx2">
                    <a:lumMod val="76000"/>
                    <a:lumOff val="24000"/>
                  </a:schemeClr>
                </a:solidFill>
                <a:latin typeface="TimesNewRomanPS-BoldMT"/>
              </a:rPr>
              <a:t>Inventory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574D8422-422E-06C5-2C56-DD32DBBA2D6A}"/>
              </a:ext>
            </a:extLst>
          </p:cNvPr>
          <p:cNvSpPr txBox="1">
            <a:spLocks/>
          </p:cNvSpPr>
          <p:nvPr/>
        </p:nvSpPr>
        <p:spPr>
          <a:xfrm>
            <a:off x="8432799" y="5033169"/>
            <a:ext cx="2565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pPr algn="just">
              <a:spcBef>
                <a:spcPts val="1000"/>
              </a:spcBef>
            </a:pPr>
            <a:r>
              <a:rPr lang="en-US" sz="1800" b="1" u="sng">
                <a:solidFill>
                  <a:schemeClr val="tx2">
                    <a:lumMod val="76000"/>
                    <a:lumOff val="24000"/>
                  </a:schemeClr>
                </a:solidFill>
                <a:latin typeface="TimesNewRomanPS-BoldMT"/>
              </a:rPr>
              <a:t>Customers</a:t>
            </a:r>
            <a:endParaRPr lang="zh-TW" altLang="en-US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61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E22F2-B258-439C-CCFE-CED3AC44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5CB3C-A8F1-FF01-D97A-29A0DAF97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8F69F7A6-558D-E323-AE25-1EEA76207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08" y="1473392"/>
            <a:ext cx="9990496" cy="46456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Order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Represents a customer purchase.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Attributes include </a:t>
            </a:r>
            <a:r>
              <a:rPr lang="en-US" sz="2000" err="1">
                <a:latin typeface="Times New Roman"/>
                <a:cs typeface="Times New Roman"/>
              </a:rPr>
              <a:t>order_date</a:t>
            </a:r>
            <a:r>
              <a:rPr lang="en-US" sz="2000">
                <a:latin typeface="Times New Roman"/>
                <a:cs typeface="Times New Roman"/>
              </a:rPr>
              <a:t>, status, </a:t>
            </a:r>
            <a:r>
              <a:rPr lang="en-US" sz="2000" err="1">
                <a:latin typeface="Times New Roman"/>
                <a:cs typeface="Times New Roman"/>
              </a:rPr>
              <a:t>total_amount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</a:rPr>
              <a:t>Orders connect to:</a:t>
            </a: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en-US">
                <a:latin typeface="Times New Roman"/>
              </a:rPr>
              <a:t>customers (</a:t>
            </a:r>
            <a:r>
              <a:rPr lang="en-US" err="1">
                <a:latin typeface="Times New Roman"/>
              </a:rPr>
              <a:t>CustomerOrder</a:t>
            </a:r>
            <a:r>
              <a:rPr lang="en-US">
                <a:latin typeface="Times New Roman"/>
              </a:rPr>
              <a:t>)</a:t>
            </a: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en-US">
                <a:latin typeface="Times New Roman"/>
              </a:rPr>
              <a:t>products (</a:t>
            </a:r>
            <a:r>
              <a:rPr lang="en-US" err="1">
                <a:latin typeface="Times New Roman"/>
              </a:rPr>
              <a:t>OrderProduct</a:t>
            </a:r>
            <a:r>
              <a:rPr lang="en-US">
                <a:latin typeface="Times New Roman"/>
              </a:rPr>
              <a:t>)</a:t>
            </a: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en-US">
                <a:latin typeface="Times New Roman"/>
              </a:rPr>
              <a:t>shipments (</a:t>
            </a:r>
            <a:r>
              <a:rPr lang="en-US" err="1">
                <a:latin typeface="Times New Roman"/>
              </a:rPr>
              <a:t>OrderShipment</a:t>
            </a:r>
            <a:r>
              <a:rPr lang="en-US">
                <a:latin typeface="Times New Roman"/>
              </a:rPr>
              <a:t>)</a:t>
            </a: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en-US">
                <a:latin typeface="Times New Roman"/>
                <a:cs typeface="Times New Roman"/>
              </a:rPr>
              <a:t>payments (</a:t>
            </a:r>
            <a:r>
              <a:rPr lang="en-US" err="1">
                <a:latin typeface="Times New Roman"/>
                <a:cs typeface="Times New Roman"/>
              </a:rPr>
              <a:t>OrderPayments</a:t>
            </a:r>
            <a:r>
              <a:rPr lang="en-US">
                <a:latin typeface="Times New Roman"/>
                <a:cs typeface="Times New Roman"/>
              </a:rPr>
              <a:t>)</a:t>
            </a:r>
            <a:endParaRPr lang="en-US">
              <a:latin typeface="Times New Roman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55EBC048-62AB-849F-E96A-9185EB93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US" sz="3000">
                <a:latin typeface="TimesNewRomanPS-BoldMT"/>
              </a:rPr>
              <a:t>Key Entities : Order Processing</a:t>
            </a:r>
            <a:endParaRPr lang="zh-TW" altLang="en-US" sz="3000">
              <a:latin typeface="TimesNewRomanPS-BoldMT"/>
            </a:endParaRPr>
          </a:p>
        </p:txBody>
      </p:sp>
      <p:pic>
        <p:nvPicPr>
          <p:cNvPr id="2" name="圖片 1" descr="一張含有 文字, 螢幕擷取畫面, 圖表, 平行 的圖片&#10;&#10;AI 產生的內容可能不正確。">
            <a:extLst>
              <a:ext uri="{FF2B5EF4-FFF2-40B4-BE49-F238E27FC236}">
                <a16:creationId xmlns:a16="http://schemas.microsoft.com/office/drawing/2014/main" id="{ABEEAC25-0987-AB2C-1090-2396DF855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1" r="35741" b="14470"/>
          <a:stretch>
            <a:fillRect/>
          </a:stretch>
        </p:blipFill>
        <p:spPr>
          <a:xfrm>
            <a:off x="7409193" y="0"/>
            <a:ext cx="4502251" cy="4660612"/>
          </a:xfrm>
          <a:prstGeom prst="rect">
            <a:avLst/>
          </a:prstGeom>
        </p:spPr>
      </p:pic>
      <p:pic>
        <p:nvPicPr>
          <p:cNvPr id="3" name="圖片 2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2A8D8AC4-3AE1-C1EB-FDA2-3D59F541E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95" b="9589"/>
          <a:stretch>
            <a:fillRect/>
          </a:stretch>
        </p:blipFill>
        <p:spPr>
          <a:xfrm>
            <a:off x="10109052" y="2499390"/>
            <a:ext cx="3037667" cy="2343169"/>
          </a:xfrm>
          <a:prstGeom prst="rect">
            <a:avLst/>
          </a:prstGeom>
        </p:spPr>
      </p:pic>
      <p:pic>
        <p:nvPicPr>
          <p:cNvPr id="5" name="圖片 4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608EAA60-A16C-3784-E534-C8E548235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41" r="-195" b="-12769"/>
          <a:stretch>
            <a:fillRect/>
          </a:stretch>
        </p:blipFill>
        <p:spPr>
          <a:xfrm>
            <a:off x="11881144" y="1955948"/>
            <a:ext cx="3037670" cy="2597605"/>
          </a:xfrm>
          <a:prstGeom prst="rect">
            <a:avLst/>
          </a:prstGeom>
        </p:spPr>
      </p:pic>
      <p:pic>
        <p:nvPicPr>
          <p:cNvPr id="8" name="圖片 7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FBA18531-1CDA-EACD-BAC5-080D6983C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051" y="-1298797"/>
            <a:ext cx="3031755" cy="2591685"/>
          </a:xfrm>
          <a:prstGeom prst="rect">
            <a:avLst/>
          </a:prstGeom>
        </p:spPr>
      </p:pic>
      <p:pic>
        <p:nvPicPr>
          <p:cNvPr id="9" name="圖片 8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4877FC77-C9DF-BA7D-13AB-AAA188B55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95" b="4178"/>
          <a:stretch>
            <a:fillRect/>
          </a:stretch>
        </p:blipFill>
        <p:spPr>
          <a:xfrm>
            <a:off x="10162213" y="-1157029"/>
            <a:ext cx="3037667" cy="2483417"/>
          </a:xfrm>
          <a:prstGeom prst="rect">
            <a:avLst/>
          </a:prstGeom>
        </p:spPr>
      </p:pic>
      <p:pic>
        <p:nvPicPr>
          <p:cNvPr id="10" name="圖片 9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6075C1E5-F128-4224-AAB5-EB9D4E42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8" b="21655"/>
          <a:stretch>
            <a:fillRect/>
          </a:stretch>
        </p:blipFill>
        <p:spPr>
          <a:xfrm>
            <a:off x="5631561" y="2652972"/>
            <a:ext cx="3014234" cy="203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2A80-2367-189A-6206-AC2B3733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B4843-9116-53CB-9557-F2519FF4B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27CE2401-0060-8E98-1C38-049479B5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970" y="1473392"/>
            <a:ext cx="10009234" cy="46456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Product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Stores product details (name, category, cost, price).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 product can appear in multiple warehouses and multiple orders.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Warehouse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Represents physical storage locations.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Inventory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 linking entity between Product and Warehouse showing stock quantities.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Forms a composite primary key (</a:t>
            </a:r>
            <a:r>
              <a:rPr lang="en-US" sz="2000" err="1">
                <a:latin typeface="Times New Roman"/>
                <a:cs typeface="Times New Roman"/>
              </a:rPr>
              <a:t>product_id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warehouse_id</a:t>
            </a:r>
            <a:r>
              <a:rPr lang="en-US" sz="2000">
                <a:latin typeface="Times New Roman"/>
                <a:cs typeface="Times New Roman"/>
              </a:rPr>
              <a:t>).</a:t>
            </a:r>
            <a:endParaRPr lang="en-US" sz="2000">
              <a:latin typeface="Times New Roman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CCB10538-300B-B015-3AD9-C988C37D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NewRomanPS-BoldMT"/>
              </a:rPr>
              <a:t>Key Entities : Product &amp; Inventory</a:t>
            </a:r>
          </a:p>
        </p:txBody>
      </p:sp>
      <p:pic>
        <p:nvPicPr>
          <p:cNvPr id="5" name="圖片 4" descr="一張含有 文字, 螢幕擷取畫面, 圖表, 平行 的圖片&#10;&#10;AI 產生的內容可能不正確。">
            <a:extLst>
              <a:ext uri="{FF2B5EF4-FFF2-40B4-BE49-F238E27FC236}">
                <a16:creationId xmlns:a16="http://schemas.microsoft.com/office/drawing/2014/main" id="{D135785A-53FE-93D4-3EF2-A5C08B74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41" t="40185" r="1586" b="29815"/>
          <a:stretch>
            <a:fillRect/>
          </a:stretch>
        </p:blipFill>
        <p:spPr>
          <a:xfrm>
            <a:off x="4435078" y="4540250"/>
            <a:ext cx="5772549" cy="2292357"/>
          </a:xfrm>
          <a:prstGeom prst="rect">
            <a:avLst/>
          </a:prstGeom>
        </p:spPr>
      </p:pic>
      <p:pic>
        <p:nvPicPr>
          <p:cNvPr id="8" name="圖片 7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106D361C-8C16-FA3B-9EB6-F258F9F47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" r="-280" b="10197"/>
          <a:stretch>
            <a:fillRect/>
          </a:stretch>
        </p:blipFill>
        <p:spPr>
          <a:xfrm>
            <a:off x="3692525" y="4419600"/>
            <a:ext cx="2266953" cy="130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7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449B-6750-A546-3345-6D724024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5DE81-D6D9-B729-7567-FF2883357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1C64F608-50DF-281D-2479-D32CDE08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08" y="1473392"/>
            <a:ext cx="9990496" cy="46456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Customer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Stores customer profile (name, email).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 customer can place many orders and have multiple addresses.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latin typeface="Times New Roman"/>
              </a:rPr>
              <a:t>Address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Stores reusable address data (street, city, state, zip).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Customers link to addresses through </a:t>
            </a:r>
            <a:r>
              <a:rPr lang="en-US" sz="2000" err="1">
                <a:latin typeface="Times New Roman"/>
                <a:cs typeface="Times New Roman"/>
              </a:rPr>
              <a:t>CustomerAddress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 err="1">
                <a:latin typeface="Times New Roman"/>
              </a:rPr>
              <a:t>CustomerAddress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Implements many-to-many relationship between Customer and Address.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Supports scenarios like:</a:t>
            </a:r>
            <a:endParaRPr lang="en-US" sz="2000">
              <a:latin typeface="Times New Roman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en-US">
                <a:latin typeface="Times New Roman"/>
                <a:cs typeface="Times New Roman"/>
              </a:rPr>
              <a:t>multiple customers sharing one address</a:t>
            </a:r>
            <a:endParaRPr lang="en-US">
              <a:latin typeface="Times New Roman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en-US">
                <a:latin typeface="Times New Roman"/>
                <a:cs typeface="Times New Roman"/>
              </a:rPr>
              <a:t>a customer having several addresses</a:t>
            </a:r>
            <a:endParaRPr lang="en-US">
              <a:latin typeface="Times New Roman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16EF43D6-510C-C377-5785-87D616DC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US" sz="3000" b="1">
                <a:latin typeface="TimesNewRomanPS-BoldMT"/>
              </a:rPr>
              <a:t>Key Entities : Customer &amp; Address Management</a:t>
            </a:r>
            <a:endParaRPr lang="zh-TW" altLang="en-US" b="1">
              <a:latin typeface="TimesNewRomanPS-BoldMT"/>
            </a:endParaRPr>
          </a:p>
        </p:txBody>
      </p:sp>
      <p:pic>
        <p:nvPicPr>
          <p:cNvPr id="2" name="圖片 1" descr="一張含有 文字, 螢幕擷取畫面, 圖表, 平行 的圖片&#10;&#10;AI 產生的內容可能不正確。">
            <a:extLst>
              <a:ext uri="{FF2B5EF4-FFF2-40B4-BE49-F238E27FC236}">
                <a16:creationId xmlns:a16="http://schemas.microsoft.com/office/drawing/2014/main" id="{F5CFFC50-1323-C72F-E641-3FD8DCF2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45" t="70556" r="1020"/>
          <a:stretch>
            <a:fillRect/>
          </a:stretch>
        </p:blipFill>
        <p:spPr>
          <a:xfrm>
            <a:off x="6257925" y="4521200"/>
            <a:ext cx="5930911" cy="222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3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489C-FAE2-46DA-ED18-D2FD8F3D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47876-1B9E-0E09-C06E-5B2BBE784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96F49FF9-A78A-4B37-EBF6-48E0DCDF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08" y="1473392"/>
            <a:ext cx="9990496" cy="46456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Shipment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Tracks shipping events (carrier, tracking number, status, dates).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An order may be fulfilled by multiple </a:t>
            </a:r>
            <a:r>
              <a:rPr lang="en-US" sz="2000">
                <a:latin typeface="Times New Roman"/>
              </a:rPr>
              <a:t>shipments (e</a:t>
            </a:r>
            <a:r>
              <a:rPr lang="en-US" sz="2000">
                <a:latin typeface="Times New Roman"/>
                <a:cs typeface="Times New Roman"/>
              </a:rPr>
              <a:t>.</a:t>
            </a:r>
            <a:r>
              <a:rPr lang="en-US" sz="2000">
                <a:latin typeface="Times New Roman"/>
              </a:rPr>
              <a:t>g</a:t>
            </a:r>
            <a:r>
              <a:rPr lang="en-US" sz="2000">
                <a:latin typeface="Times New Roman"/>
                <a:cs typeface="Times New Roman"/>
              </a:rPr>
              <a:t>., split shipments).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 shipment may contain items from multiple orders (optional design).</a:t>
            </a:r>
            <a:endParaRPr lang="en-US" sz="2000">
              <a:latin typeface="Times New Roman"/>
            </a:endParaRPr>
          </a:p>
          <a:p>
            <a:pPr marL="0" indent="0" algn="just">
              <a:buNone/>
            </a:pPr>
            <a:endParaRPr lang="en-US" sz="2000">
              <a:latin typeface="Times New Roman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8C9E4D61-7815-BF67-A7B7-5EADFA8C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US" sz="3000" b="1">
                <a:latin typeface="TimesNewRomanPS-BoldMT"/>
              </a:rPr>
              <a:t>Key Entities : Shipping &amp; Logistics</a:t>
            </a:r>
            <a:endParaRPr lang="zh-TW" altLang="en-US" b="1">
              <a:latin typeface="TimesNewRomanPS-BoldMT"/>
            </a:endParaRPr>
          </a:p>
        </p:txBody>
      </p:sp>
      <p:pic>
        <p:nvPicPr>
          <p:cNvPr id="2" name="圖片 1" descr="一張含有 文字, 螢幕擷取畫面, 圖表, 平行 的圖片&#10;&#10;AI 產生的內容可能不正確。">
            <a:extLst>
              <a:ext uri="{FF2B5EF4-FFF2-40B4-BE49-F238E27FC236}">
                <a16:creationId xmlns:a16="http://schemas.microsoft.com/office/drawing/2014/main" id="{17FE2924-B4E3-E975-00BB-09EB0F9F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" t="38151" r="86128" b="41526"/>
          <a:stretch>
            <a:fillRect/>
          </a:stretch>
        </p:blipFill>
        <p:spPr>
          <a:xfrm>
            <a:off x="5457825" y="3434668"/>
            <a:ext cx="3670736" cy="328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5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0516-18FC-BFE2-F4D1-69C0273D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4DC29-CAC4-97EC-24D9-18FE6EAA1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5C66AC4B-6AA8-7441-FD05-E83C2393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US" sz="3000" b="1">
                <a:latin typeface="TimesNewRomanPS-BoldMT"/>
              </a:rPr>
              <a:t>Key Entities : Billing, Payments &amp; Reporting</a:t>
            </a:r>
            <a:endParaRPr lang="zh-TW" altLang="en-US" b="1">
              <a:latin typeface="TimesNewRomanPS-BoldMT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F61EC7F-1F1B-ABC5-966A-124E26059AEE}"/>
              </a:ext>
            </a:extLst>
          </p:cNvPr>
          <p:cNvGrpSpPr/>
          <p:nvPr/>
        </p:nvGrpSpPr>
        <p:grpSpPr>
          <a:xfrm>
            <a:off x="6867525" y="1475828"/>
            <a:ext cx="5454664" cy="2708275"/>
            <a:chOff x="6626225" y="965200"/>
            <a:chExt cx="5568964" cy="2784475"/>
          </a:xfrm>
        </p:grpSpPr>
        <p:pic>
          <p:nvPicPr>
            <p:cNvPr id="2" name="圖片 1" descr="一張含有 文字, 螢幕擷取畫面, 圖表, 平行 的圖片&#10;&#10;AI 產生的內容可能不正確。">
              <a:extLst>
                <a:ext uri="{FF2B5EF4-FFF2-40B4-BE49-F238E27FC236}">
                  <a16:creationId xmlns:a16="http://schemas.microsoft.com/office/drawing/2014/main" id="{A739B9B2-5253-C24D-CBDD-78484FF6D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8839" r="1473" b="59444"/>
            <a:stretch>
              <a:fillRect/>
            </a:stretch>
          </p:blipFill>
          <p:spPr>
            <a:xfrm>
              <a:off x="6626225" y="965200"/>
              <a:ext cx="5568964" cy="2781303"/>
            </a:xfrm>
            <a:prstGeom prst="rect">
              <a:avLst/>
            </a:prstGeom>
          </p:spPr>
        </p:pic>
        <p:pic>
          <p:nvPicPr>
            <p:cNvPr id="3" name="圖片 2" descr="一張含有 白色, 設計 的圖片&#10;&#10;AI 產生的內容可能不正確。">
              <a:extLst>
                <a:ext uri="{FF2B5EF4-FFF2-40B4-BE49-F238E27FC236}">
                  <a16:creationId xmlns:a16="http://schemas.microsoft.com/office/drawing/2014/main" id="{BF36E644-3A88-ADEB-9C3A-3BE8B166E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9400" y="2676525"/>
              <a:ext cx="2882900" cy="1073150"/>
            </a:xfrm>
            <a:prstGeom prst="rect">
              <a:avLst/>
            </a:prstGeom>
          </p:spPr>
        </p:pic>
      </p:grp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0700AE01-95A0-17E2-EBE2-52045699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08" y="1473392"/>
            <a:ext cx="9990496" cy="46456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Invoice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Represents billing documents for orders.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>
                <a:latin typeface="Times New Roman"/>
              </a:rPr>
              <a:t>Payment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Represents payments received (method, type, amount).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Payments are linked to orders and invoices.</a:t>
            </a:r>
            <a:endParaRPr lang="en-US" sz="2000">
              <a:latin typeface="Times New Roman"/>
            </a:endParaRPr>
          </a:p>
          <a:p>
            <a:pPr algn="just"/>
            <a:r>
              <a:rPr lang="en-US" sz="2000" err="1">
                <a:latin typeface="Times New Roman"/>
                <a:cs typeface="Times New Roman"/>
              </a:rPr>
              <a:t>FinancialReport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Aggregates financial metrics (revenue, cost, profit) from Payment.</a:t>
            </a:r>
            <a:endParaRPr lang="en-US" sz="2000">
              <a:latin typeface="Times New Roman"/>
            </a:endParaRP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It links to Payment via a foreign key.</a:t>
            </a:r>
            <a:endParaRPr lang="en-US" sz="2000">
              <a:latin typeface="Times New Roman"/>
            </a:endParaRPr>
          </a:p>
          <a:p>
            <a:pPr algn="just"/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859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8099-D7FC-835F-80C7-DC7428A0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6E94A-E189-B0AC-2694-E95C6849F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" name="圖片 1" descr="一張含有 文字, 螢幕擷取畫面, 圖表, 平行 的圖片&#10;&#10;AI 產生的內容可能不正確。">
            <a:extLst>
              <a:ext uri="{FF2B5EF4-FFF2-40B4-BE49-F238E27FC236}">
                <a16:creationId xmlns:a16="http://schemas.microsoft.com/office/drawing/2014/main" id="{00BC3A27-F871-2ECF-ABE1-B42C69DE79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1" t="10767" r="3924"/>
          <a:stretch>
            <a:fillRect/>
          </a:stretch>
        </p:blipFill>
        <p:spPr>
          <a:xfrm>
            <a:off x="798842" y="100418"/>
            <a:ext cx="10919057" cy="675758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3D17EE7-531A-9D39-4B99-B9B497E4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1" y="-276465"/>
            <a:ext cx="10515600" cy="1325563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US" sz="3000" b="1">
                <a:latin typeface="TimesNewRomanPS-BoldMT"/>
              </a:rPr>
              <a:t>Final ERD Overview</a:t>
            </a:r>
          </a:p>
        </p:txBody>
      </p:sp>
    </p:spTree>
    <p:extLst>
      <p:ext uri="{BB962C8B-B14F-4D97-AF65-F5344CB8AC3E}">
        <p14:creationId xmlns:p14="http://schemas.microsoft.com/office/powerpoint/2010/main" val="149612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C2D4-B93C-164A-D23C-BC5F8B33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360DBF-EFE5-CE14-2684-4823DECC6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800"/>
            <a:ext cx="9834349" cy="46643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sz="1500">
                <a:latin typeface="Times New Roman"/>
              </a:rPr>
              <a:t>Database name: </a:t>
            </a:r>
            <a:r>
              <a:rPr lang="en-US" sz="1500" b="1" err="1">
                <a:latin typeface="Times New Roman"/>
              </a:rPr>
              <a:t>SupplyChainDB_Group</a:t>
            </a:r>
            <a:r>
              <a:rPr lang="en-US" sz="1500">
                <a:latin typeface="Times New Roman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1500">
                <a:latin typeface="Times New Roman"/>
              </a:rPr>
              <a:t>Core entity tables: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Customer, Address, Warehouse, Product, Order, Shipment, Invoice, Payments, </a:t>
            </a:r>
            <a:r>
              <a:rPr lang="en-US" sz="1500" err="1">
                <a:latin typeface="Times New Roman"/>
              </a:rPr>
              <a:t>FinancialReport</a:t>
            </a:r>
            <a:r>
              <a:rPr lang="en-US" sz="1500">
                <a:latin typeface="Times New Roman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1500">
                <a:latin typeface="Times New Roman"/>
              </a:rPr>
              <a:t>Junction / relationship tables: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 err="1">
                <a:latin typeface="Times New Roman"/>
              </a:rPr>
              <a:t>CustomerAddress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CustomerOrder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OrderProduct</a:t>
            </a:r>
            <a:r>
              <a:rPr lang="en-US" sz="1500">
                <a:latin typeface="Times New Roman"/>
              </a:rPr>
              <a:t>, Inventory, </a:t>
            </a:r>
            <a:r>
              <a:rPr lang="en-US" sz="1500" err="1">
                <a:latin typeface="Times New Roman"/>
              </a:rPr>
              <a:t>OrderShipment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OrderPayments</a:t>
            </a:r>
            <a:r>
              <a:rPr lang="en-US" sz="1500">
                <a:latin typeface="Times New Roman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1500">
                <a:latin typeface="Times New Roman"/>
              </a:rPr>
              <a:t>Primary keys: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Identity PKs on main entities (e.g., </a:t>
            </a:r>
            <a:r>
              <a:rPr lang="en-US" sz="1500" err="1">
                <a:latin typeface="Times New Roman"/>
              </a:rPr>
              <a:t>customer_id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product_id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order_id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payment_id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report_id</a:t>
            </a:r>
            <a:r>
              <a:rPr lang="en-US" sz="1500">
                <a:latin typeface="Times New Roman"/>
              </a:rPr>
              <a:t>).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Composite PKs on junction tables (e.g., (</a:t>
            </a:r>
            <a:r>
              <a:rPr lang="en-US" sz="1500" err="1">
                <a:latin typeface="Times New Roman"/>
              </a:rPr>
              <a:t>product_id</a:t>
            </a:r>
            <a:r>
              <a:rPr lang="en-US" sz="1500">
                <a:latin typeface="Times New Roman"/>
              </a:rPr>
              <a:t>, </a:t>
            </a:r>
            <a:r>
              <a:rPr lang="en-US" sz="1500" err="1">
                <a:latin typeface="Times New Roman"/>
              </a:rPr>
              <a:t>warehouse_id</a:t>
            </a:r>
            <a:r>
              <a:rPr lang="en-US" sz="1500">
                <a:latin typeface="Times New Roman"/>
              </a:rPr>
              <a:t>) in Inventory).</a:t>
            </a:r>
          </a:p>
          <a:p>
            <a:pPr>
              <a:lnSpc>
                <a:spcPct val="170000"/>
              </a:lnSpc>
            </a:pPr>
            <a:r>
              <a:rPr lang="en-US" sz="1500">
                <a:latin typeface="Times New Roman"/>
              </a:rPr>
              <a:t>Foreign keys enforce all major business rules (customer–address reuse, product–warehouse inventory, order–shipment, order–payment, payment–invoice, payment–financial report).</a:t>
            </a:r>
            <a:endParaRPr lang="en-US" sz="1500">
              <a:solidFill>
                <a:schemeClr val="bg1">
                  <a:lumMod val="95000"/>
                </a:schemeClr>
              </a:solidFill>
              <a:latin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A5117-C74C-1294-5594-D36AC2613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80A3D8A-A3F1-BC14-D238-04D0BE4A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TimesNewRomanPS-BoldMT"/>
              </a:rPr>
              <a:t>Database Implementation (SQL DDL)</a:t>
            </a:r>
          </a:p>
        </p:txBody>
      </p:sp>
    </p:spTree>
    <p:extLst>
      <p:ext uri="{BB962C8B-B14F-4D97-AF65-F5344CB8AC3E}">
        <p14:creationId xmlns:p14="http://schemas.microsoft.com/office/powerpoint/2010/main" val="298928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8E38-600C-6EF2-F7AF-B080ED1E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7BF777-8407-E629-811C-89D7EAA2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800"/>
            <a:ext cx="9834349" cy="46643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sz="1500" b="1">
                <a:latin typeface="Times New Roman"/>
              </a:rPr>
              <a:t>Function-based CHECK constraint on inventory</a:t>
            </a:r>
            <a:endParaRPr lang="en-US" sz="1500">
              <a:latin typeface="Times New Roman"/>
            </a:endParaRP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Created scalar function </a:t>
            </a:r>
            <a:r>
              <a:rPr lang="en-US" sz="1500" err="1">
                <a:latin typeface="Times New Roman"/>
              </a:rPr>
              <a:t>dbo.fn_CheckInventoryStock</a:t>
            </a:r>
            <a:r>
              <a:rPr lang="en-US" sz="1500">
                <a:latin typeface="Times New Roman"/>
              </a:rPr>
              <a:t>(@Quantity INT) returning 1 when 0 ≤ quantity ≤ 10000.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Table Inventory has constraint </a:t>
            </a:r>
            <a:r>
              <a:rPr lang="en-US" sz="1500" b="1" err="1">
                <a:latin typeface="Times New Roman"/>
              </a:rPr>
              <a:t>CK_Inventory_StockRange</a:t>
            </a:r>
            <a:r>
              <a:rPr lang="en-US" sz="1500">
                <a:latin typeface="Times New Roman"/>
              </a:rPr>
              <a:t>:</a:t>
            </a:r>
            <a:br>
              <a:rPr lang="en-US" sz="1500">
                <a:latin typeface="Times New Roman"/>
              </a:rPr>
            </a:br>
            <a:r>
              <a:rPr lang="en-US" sz="1500">
                <a:latin typeface="Times New Roman"/>
              </a:rPr>
              <a:t>CHECK (</a:t>
            </a:r>
            <a:r>
              <a:rPr lang="en-US" sz="1500" err="1">
                <a:latin typeface="Times New Roman"/>
              </a:rPr>
              <a:t>dbo.fn_CheckInventoryStock</a:t>
            </a:r>
            <a:r>
              <a:rPr lang="en-US" sz="1500">
                <a:latin typeface="Times New Roman"/>
              </a:rPr>
              <a:t>(</a:t>
            </a:r>
            <a:r>
              <a:rPr lang="en-US" sz="1500" err="1">
                <a:latin typeface="Times New Roman"/>
              </a:rPr>
              <a:t>stock_quantity</a:t>
            </a:r>
            <a:r>
              <a:rPr lang="en-US" sz="1500">
                <a:latin typeface="Times New Roman"/>
              </a:rPr>
              <a:t>) = 1).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Ensures stock quantities stay within a realistic and valid range.</a:t>
            </a:r>
          </a:p>
          <a:p>
            <a:pPr>
              <a:lnSpc>
                <a:spcPct val="170000"/>
              </a:lnSpc>
            </a:pPr>
            <a:r>
              <a:rPr lang="en-US" sz="1500" b="1">
                <a:latin typeface="Times New Roman"/>
              </a:rPr>
              <a:t>Column-level encryption for customer email</a:t>
            </a:r>
            <a:endParaRPr lang="en-US" sz="1500">
              <a:latin typeface="Times New Roman"/>
            </a:endParaRP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Created database master key, certificate </a:t>
            </a:r>
            <a:r>
              <a:rPr lang="en-US" sz="1500" b="1" err="1">
                <a:latin typeface="Times New Roman"/>
              </a:rPr>
              <a:t>Cert_SupplyChain</a:t>
            </a:r>
            <a:r>
              <a:rPr lang="en-US" sz="1500">
                <a:latin typeface="Times New Roman"/>
              </a:rPr>
              <a:t>, and symmetric key </a:t>
            </a:r>
            <a:r>
              <a:rPr lang="en-US" sz="1500" b="1" err="1">
                <a:latin typeface="Times New Roman"/>
              </a:rPr>
              <a:t>SK_CustomerEmail</a:t>
            </a:r>
            <a:r>
              <a:rPr lang="en-US" sz="1500">
                <a:latin typeface="Times New Roman"/>
              </a:rPr>
              <a:t> (AES-256).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Added column </a:t>
            </a:r>
            <a:r>
              <a:rPr lang="en-US" sz="1500" err="1">
                <a:latin typeface="Times New Roman"/>
              </a:rPr>
              <a:t>email_encrypted</a:t>
            </a:r>
            <a:r>
              <a:rPr lang="en-US" sz="1500">
                <a:latin typeface="Times New Roman"/>
              </a:rPr>
              <a:t> VARBINARY(256) to Customer.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500">
                <a:latin typeface="Times New Roman"/>
              </a:rPr>
              <a:t>Encrypted existing email data into </a:t>
            </a:r>
            <a:r>
              <a:rPr lang="en-US" sz="1500" err="1">
                <a:latin typeface="Times New Roman"/>
              </a:rPr>
              <a:t>email_encrypted</a:t>
            </a:r>
            <a:r>
              <a:rPr lang="en-US" sz="1500">
                <a:latin typeface="Times New Roman"/>
              </a:rPr>
              <a:t> and provided sample query to decrypt values when needed.</a:t>
            </a:r>
            <a:endParaRPr lang="en-US" sz="1500">
              <a:solidFill>
                <a:schemeClr val="bg1">
                  <a:lumMod val="95000"/>
                </a:schemeClr>
              </a:solidFill>
              <a:latin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64AE19-FFD6-151A-0C58-95F4BC61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NewRomanPS-BoldMT"/>
              </a:rPr>
              <a:t>Advanced Data Integrity &amp;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E7E48-B41E-BAB1-04D4-A07CA45C4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25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496A-D550-DE62-6C45-1BE1C7C1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76E4CE-1F9A-FBCA-FBFB-16F4D5617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50"/>
            <a:ext cx="9834349" cy="46643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sz="1700">
                <a:latin typeface="Times New Roman"/>
              </a:rPr>
              <a:t>Implemented </a:t>
            </a:r>
            <a:r>
              <a:rPr lang="en-US" sz="1700" b="1">
                <a:latin typeface="Times New Roman"/>
              </a:rPr>
              <a:t>three SQL Server views</a:t>
            </a:r>
            <a:r>
              <a:rPr lang="en-US" sz="1700">
                <a:latin typeface="Times New Roman"/>
              </a:rPr>
              <a:t> for reporting and monitoring: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700" b="1" err="1">
                <a:latin typeface="Times New Roman"/>
              </a:rPr>
              <a:t>vOrderSummary</a:t>
            </a:r>
            <a:r>
              <a:rPr lang="en-US" sz="1700">
                <a:latin typeface="Times New Roman"/>
              </a:rPr>
              <a:t> – one row per order with customer information.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700" b="1" err="1">
                <a:latin typeface="Times New Roman"/>
              </a:rPr>
              <a:t>vInventoryStatus</a:t>
            </a:r>
            <a:r>
              <a:rPr lang="en-US" sz="1700">
                <a:latin typeface="Times New Roman"/>
              </a:rPr>
              <a:t> – stock level by product and warehouse.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700" b="1" err="1">
                <a:latin typeface="Times New Roman"/>
              </a:rPr>
              <a:t>vProductSalesSummary</a:t>
            </a:r>
            <a:r>
              <a:rPr lang="en-US" sz="1700">
                <a:latin typeface="Times New Roman"/>
              </a:rPr>
              <a:t> – total quantity and revenue per product.</a:t>
            </a:r>
          </a:p>
          <a:p>
            <a:pPr>
              <a:lnSpc>
                <a:spcPct val="170000"/>
              </a:lnSpc>
            </a:pPr>
            <a:r>
              <a:rPr lang="en-US" sz="1700">
                <a:latin typeface="Times New Roman"/>
              </a:rPr>
              <a:t>Views are built on top of the base tables and use </a:t>
            </a:r>
            <a:r>
              <a:rPr lang="en-US" sz="1700" b="1">
                <a:latin typeface="Times New Roman"/>
              </a:rPr>
              <a:t>joins and aggregation</a:t>
            </a:r>
            <a:r>
              <a:rPr lang="en-US" sz="1700">
                <a:latin typeface="Times New Roman"/>
              </a:rPr>
              <a:t> to answer typical business questions: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700">
                <a:latin typeface="Times New Roman"/>
              </a:rPr>
              <a:t>What has each customer ordered and how much did they spend?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700">
                <a:latin typeface="Times New Roman"/>
              </a:rPr>
              <a:t>How much stock do we have for each product in each warehouse?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1700">
                <a:latin typeface="Times New Roman"/>
              </a:rPr>
              <a:t>Which products are best-selling in terms of units and revenue?</a:t>
            </a:r>
            <a:endParaRPr lang="en-US" sz="1700">
              <a:solidFill>
                <a:schemeClr val="bg1">
                  <a:lumMod val="95000"/>
                </a:schemeClr>
              </a:solidFill>
              <a:latin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71D363-325C-5F46-B407-EC1F7664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TimesNewRomanPS-BoldMT"/>
              </a:rPr>
              <a:t>Reporting Views for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2D624-9319-6592-55D8-242C8173B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09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9252-9027-FC02-4A71-DD68598E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B397BF-9779-5143-63A9-4FF02E7B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50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>
                <a:latin typeface="Times New Roman"/>
              </a:rPr>
              <a:t>Bullets：</a:t>
            </a:r>
            <a:endParaRPr lang="en-US" sz="1700">
              <a:latin typeface="Times New Roman"/>
            </a:endParaRPr>
          </a:p>
          <a:p>
            <a:pPr lvl="1"/>
            <a:r>
              <a:rPr lang="en-US" sz="1700">
                <a:latin typeface="Times New Roman"/>
              </a:rPr>
              <a:t>Purpose: summarize </a:t>
            </a:r>
            <a:r>
              <a:rPr lang="en-US" sz="1700" b="1">
                <a:latin typeface="Times New Roman"/>
              </a:rPr>
              <a:t>order header + customer</a:t>
            </a:r>
            <a:r>
              <a:rPr lang="en-US" sz="1700">
                <a:latin typeface="Times New Roman"/>
              </a:rPr>
              <a:t> information.</a:t>
            </a:r>
          </a:p>
          <a:p>
            <a:pPr lvl="1"/>
            <a:r>
              <a:rPr lang="en-US" sz="1700">
                <a:latin typeface="Times New Roman"/>
              </a:rPr>
              <a:t>Columns: </a:t>
            </a:r>
            <a:r>
              <a:rPr lang="en-US" sz="1700" err="1">
                <a:latin typeface="Times New Roman"/>
              </a:rPr>
              <a:t>order_id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order_date</a:t>
            </a:r>
            <a:r>
              <a:rPr lang="en-US" sz="1700">
                <a:latin typeface="Times New Roman"/>
              </a:rPr>
              <a:t>, status, </a:t>
            </a:r>
            <a:r>
              <a:rPr lang="en-US" sz="1700" err="1">
                <a:latin typeface="Times New Roman"/>
              </a:rPr>
              <a:t>total_amount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customer_id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customer_name</a:t>
            </a:r>
            <a:r>
              <a:rPr lang="en-US" sz="1700">
                <a:latin typeface="Times New Roman"/>
              </a:rPr>
              <a:t>.</a:t>
            </a:r>
          </a:p>
          <a:p>
            <a:pPr lvl="1"/>
            <a:r>
              <a:rPr lang="en-US" sz="1700">
                <a:latin typeface="Times New Roman"/>
              </a:rPr>
              <a:t>Joins: [Order] → </a:t>
            </a:r>
            <a:r>
              <a:rPr lang="en-US" sz="1700" err="1">
                <a:latin typeface="Times New Roman"/>
              </a:rPr>
              <a:t>CustomerOrder</a:t>
            </a:r>
            <a:r>
              <a:rPr lang="en-US" sz="1700">
                <a:latin typeface="Times New Roman"/>
              </a:rPr>
              <a:t> → Customer.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Real Text Pr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1BD23C-B690-B7C1-BE83-2C894666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TimesNewRomanPS-BoldMT"/>
              </a:rPr>
              <a:t>View 1 – </a:t>
            </a:r>
            <a:r>
              <a:rPr lang="en-US" sz="3000" err="1">
                <a:latin typeface="TimesNewRomanPS-BoldMT"/>
              </a:rPr>
              <a:t>vOrderSummary</a:t>
            </a:r>
            <a:endParaRPr lang="en-US" sz="3000">
              <a:latin typeface="TimesNewRomanPS-Bold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9EE8E-5B34-64B9-2898-C40C8FE91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6CDCB-0CF8-7527-28E3-2A4EFF419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33" y="2715704"/>
            <a:ext cx="4651989" cy="364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4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2208-DFCE-1307-855A-0904A3EF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691E0E-92FC-8D92-5466-019039628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000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>
                <a:latin typeface="Times New Roman"/>
                <a:cs typeface="Times New Roman"/>
              </a:rPr>
              <a:t>Bullets：</a:t>
            </a:r>
            <a:endParaRPr lang="en-US" sz="1700">
              <a:latin typeface="Times New Roman"/>
              <a:cs typeface="Times New Roman"/>
            </a:endParaRPr>
          </a:p>
          <a:p>
            <a:pPr lvl="1"/>
            <a:r>
              <a:rPr lang="en-US" sz="1700">
                <a:latin typeface="Times New Roman"/>
                <a:cs typeface="Times New Roman"/>
              </a:rPr>
              <a:t>Purpose: summarize </a:t>
            </a:r>
            <a:r>
              <a:rPr lang="en-US" sz="1700" b="1">
                <a:latin typeface="Times New Roman"/>
                <a:cs typeface="Times New Roman"/>
              </a:rPr>
              <a:t>order header + customer</a:t>
            </a:r>
            <a:r>
              <a:rPr lang="en-US" sz="1700">
                <a:latin typeface="Times New Roman"/>
                <a:cs typeface="Times New Roman"/>
              </a:rPr>
              <a:t> information.</a:t>
            </a:r>
          </a:p>
          <a:p>
            <a:pPr lvl="1"/>
            <a:r>
              <a:rPr lang="en-US" sz="1700">
                <a:latin typeface="Times New Roman"/>
                <a:cs typeface="Times New Roman"/>
              </a:rPr>
              <a:t>Columns: </a:t>
            </a:r>
            <a:r>
              <a:rPr lang="en-US" sz="1700" err="1">
                <a:latin typeface="Times New Roman"/>
                <a:cs typeface="Times New Roman"/>
              </a:rPr>
              <a:t>order_id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order_date</a:t>
            </a:r>
            <a:r>
              <a:rPr lang="en-US" sz="1700">
                <a:latin typeface="Times New Roman"/>
                <a:cs typeface="Times New Roman"/>
              </a:rPr>
              <a:t>, status, </a:t>
            </a:r>
            <a:r>
              <a:rPr lang="en-US" sz="1700" err="1">
                <a:latin typeface="Times New Roman"/>
                <a:cs typeface="Times New Roman"/>
              </a:rPr>
              <a:t>total_amount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customer_id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customer_name</a:t>
            </a:r>
            <a:r>
              <a:rPr lang="en-US" sz="1700">
                <a:latin typeface="Times New Roman"/>
                <a:cs typeface="Times New Roman"/>
              </a:rPr>
              <a:t>.</a:t>
            </a:r>
          </a:p>
          <a:p>
            <a:pPr lvl="1"/>
            <a:r>
              <a:rPr lang="en-US" sz="1700">
                <a:latin typeface="Times New Roman"/>
                <a:cs typeface="Times New Roman"/>
              </a:rPr>
              <a:t>Joins: [Order] → </a:t>
            </a:r>
            <a:r>
              <a:rPr lang="en-US" sz="1700" err="1">
                <a:latin typeface="Times New Roman"/>
                <a:cs typeface="Times New Roman"/>
              </a:rPr>
              <a:t>CustomerOrder</a:t>
            </a:r>
            <a:r>
              <a:rPr lang="en-US" sz="1700">
                <a:latin typeface="Times New Roman"/>
                <a:cs typeface="Times New Roman"/>
              </a:rPr>
              <a:t> → Customer.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0A96E2-368B-3E83-6364-A8DD91E2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>
                <a:latin typeface="TimesNewRomanPS-BoldMT"/>
              </a:rPr>
              <a:t>View 1 – </a:t>
            </a:r>
            <a:r>
              <a:rPr lang="en-US" sz="3000" b="1" err="1">
                <a:latin typeface="TimesNewRomanPS-BoldMT"/>
              </a:rPr>
              <a:t>vOrderSummary</a:t>
            </a:r>
            <a:endParaRPr lang="en-US" sz="3000" b="1">
              <a:latin typeface="TimesNewRomanPS-Bold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1FD0-3BBC-5B91-04FA-0258CD3CE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CDBA6-196E-FC02-59B5-01477105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029" y="2839202"/>
            <a:ext cx="7074090" cy="27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81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02DD-B71C-346D-6906-1109C3B8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CDEDC2-2719-99CE-BA6C-43F0742FA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600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>
                <a:latin typeface="Times New Roman"/>
                <a:cs typeface="Times New Roman"/>
              </a:rPr>
              <a:t>Bullets：</a:t>
            </a:r>
            <a:endParaRPr lang="en-US" sz="1700">
              <a:latin typeface="Times New Roman"/>
              <a:cs typeface="Times New Roman"/>
            </a:endParaRPr>
          </a:p>
          <a:p>
            <a:pPr lvl="1"/>
            <a:r>
              <a:rPr lang="en-US" sz="1700">
                <a:latin typeface="Times New Roman"/>
                <a:cs typeface="Times New Roman"/>
              </a:rPr>
              <a:t>Purpose: show </a:t>
            </a:r>
            <a:r>
              <a:rPr lang="en-US" sz="1700" b="1">
                <a:latin typeface="Times New Roman"/>
                <a:cs typeface="Times New Roman"/>
              </a:rPr>
              <a:t>current inventory level</a:t>
            </a:r>
            <a:r>
              <a:rPr lang="en-US" sz="1700">
                <a:latin typeface="Times New Roman"/>
                <a:cs typeface="Times New Roman"/>
              </a:rPr>
              <a:t> by product and warehouse.</a:t>
            </a:r>
          </a:p>
          <a:p>
            <a:pPr lvl="1"/>
            <a:r>
              <a:rPr lang="en-US" sz="1700">
                <a:latin typeface="Times New Roman"/>
                <a:cs typeface="Times New Roman"/>
              </a:rPr>
              <a:t>Columns: </a:t>
            </a:r>
            <a:r>
              <a:rPr lang="en-US" sz="1700" err="1">
                <a:latin typeface="Times New Roman"/>
                <a:cs typeface="Times New Roman"/>
              </a:rPr>
              <a:t>product_id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product_name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warehouse_id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warehouse_location</a:t>
            </a:r>
            <a:r>
              <a:rPr lang="en-US" sz="1700">
                <a:latin typeface="Times New Roman"/>
                <a:cs typeface="Times New Roman"/>
              </a:rPr>
              <a:t>, </a:t>
            </a:r>
            <a:r>
              <a:rPr lang="en-US" sz="1700" err="1">
                <a:latin typeface="Times New Roman"/>
                <a:cs typeface="Times New Roman"/>
              </a:rPr>
              <a:t>stock_quantity</a:t>
            </a:r>
            <a:r>
              <a:rPr lang="en-US" sz="1700">
                <a:latin typeface="Times New Roman"/>
                <a:cs typeface="Times New Roman"/>
              </a:rPr>
              <a:t>.</a:t>
            </a:r>
          </a:p>
          <a:p>
            <a:pPr lvl="1"/>
            <a:r>
              <a:rPr lang="en-US" sz="1700">
                <a:latin typeface="Times New Roman"/>
                <a:cs typeface="Times New Roman"/>
              </a:rPr>
              <a:t>Joins: Inventory → Product → Warehouse.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  <a:p>
            <a:pPr lvl="1"/>
            <a:endParaRPr lang="en-US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9F3BDE-5DF8-BEC7-BC04-3AD0557D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TimesNewRomanPS-BoldMT"/>
              </a:rPr>
              <a:t>View 2 – </a:t>
            </a:r>
            <a:r>
              <a:rPr lang="en-US" sz="3000" err="1">
                <a:latin typeface="TimesNewRomanPS-BoldMT"/>
              </a:rPr>
              <a:t>vInventoryStatus</a:t>
            </a:r>
            <a:endParaRPr lang="en-US" sz="3000">
              <a:latin typeface="TimesNewRomanPS-Bold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AC187-608B-869E-E247-B6231D32F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77205-3E35-EA93-2A1E-139F8AF43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3" y="2792757"/>
            <a:ext cx="4897327" cy="374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1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0812-EDBC-2BCB-9800-BF7D94FB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2306B5-4561-CA18-ACF1-6F16977BA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50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>
                <a:latin typeface="Times New Roman"/>
              </a:rPr>
              <a:t>Bullets：</a:t>
            </a:r>
            <a:endParaRPr lang="en-US" sz="1700">
              <a:latin typeface="Times New Roman"/>
            </a:endParaRPr>
          </a:p>
          <a:p>
            <a:pPr lvl="1"/>
            <a:r>
              <a:rPr lang="en-US" sz="1700">
                <a:latin typeface="Times New Roman"/>
              </a:rPr>
              <a:t>Purpose: show </a:t>
            </a:r>
            <a:r>
              <a:rPr lang="en-US" sz="1700" b="1">
                <a:latin typeface="Times New Roman"/>
              </a:rPr>
              <a:t>current inventory level</a:t>
            </a:r>
            <a:r>
              <a:rPr lang="en-US" sz="1700">
                <a:latin typeface="Times New Roman"/>
              </a:rPr>
              <a:t> by product and warehouse.</a:t>
            </a:r>
          </a:p>
          <a:p>
            <a:pPr lvl="1"/>
            <a:r>
              <a:rPr lang="en-US" sz="1700">
                <a:latin typeface="Times New Roman"/>
              </a:rPr>
              <a:t>Columns: </a:t>
            </a:r>
            <a:r>
              <a:rPr lang="en-US" sz="1700" err="1">
                <a:latin typeface="Times New Roman"/>
              </a:rPr>
              <a:t>product_id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product_name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warehouse_id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warehouse_location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stock_quantity</a:t>
            </a:r>
            <a:r>
              <a:rPr lang="en-US" sz="1700">
                <a:latin typeface="Times New Roman"/>
              </a:rPr>
              <a:t>.</a:t>
            </a:r>
          </a:p>
          <a:p>
            <a:pPr lvl="1"/>
            <a:r>
              <a:rPr lang="en-US" sz="1700">
                <a:latin typeface="Times New Roman"/>
              </a:rPr>
              <a:t>Joins: Inventory → Product → Warehouse.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lvl="1"/>
            <a:endParaRPr lang="en-US">
              <a:solidFill>
                <a:schemeClr val="bg1">
                  <a:lumMod val="95000"/>
                </a:schemeClr>
              </a:solidFill>
              <a:latin typeface="Real Text Pro"/>
            </a:endParaRPr>
          </a:p>
          <a:p>
            <a:endParaRPr lang="en-US">
              <a:solidFill>
                <a:schemeClr val="bg1">
                  <a:lumMod val="95000"/>
                </a:schemeClr>
              </a:solidFill>
              <a:latin typeface="Real Text Pr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32E52-A56A-5277-B09F-A0CEBE83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TimesNewRomanPS-BoldMT"/>
              </a:rPr>
              <a:t>View 2 – </a:t>
            </a:r>
            <a:r>
              <a:rPr lang="en-US" sz="3000" err="1">
                <a:latin typeface="TimesNewRomanPS-BoldMT"/>
              </a:rPr>
              <a:t>vInventoryStatus</a:t>
            </a:r>
            <a:endParaRPr lang="en-US" sz="3000">
              <a:latin typeface="TimesNewRomanPS-Bold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BA8AC-7CF2-5627-105D-FC9189A05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F33198-C241-1270-72FB-493003DF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48" y="2796930"/>
            <a:ext cx="8131792" cy="31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42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247B-F2B3-E557-FFEE-F8BF8BF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29D2C-38DC-348A-7DA3-2828E393C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50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latin typeface="Times New Roman"/>
              </a:rPr>
              <a:t>Bullets：</a:t>
            </a:r>
            <a:endParaRPr lang="en-US" sz="1600">
              <a:latin typeface="Times New Roman"/>
            </a:endParaRPr>
          </a:p>
          <a:p>
            <a:pPr lvl="1"/>
            <a:r>
              <a:rPr lang="en-US" sz="1700">
                <a:latin typeface="Times New Roman"/>
              </a:rPr>
              <a:t>Purpose: show product-level sales performance, including total quantity sold, revenue, and number of orders per product.</a:t>
            </a:r>
          </a:p>
          <a:p>
            <a:pPr lvl="1"/>
            <a:r>
              <a:rPr lang="en-US" sz="1700">
                <a:latin typeface="Times New Roman"/>
              </a:rPr>
              <a:t>Columns: </a:t>
            </a:r>
            <a:r>
              <a:rPr lang="en-US" sz="1700" err="1">
                <a:latin typeface="Times New Roman"/>
              </a:rPr>
              <a:t>product_id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product_name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total_quantity_sold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total_revenue</a:t>
            </a:r>
            <a:r>
              <a:rPr lang="en-US" sz="1700">
                <a:latin typeface="Times New Roman"/>
              </a:rPr>
              <a:t>, </a:t>
            </a:r>
            <a:r>
              <a:rPr lang="en-US" sz="1700" err="1">
                <a:latin typeface="Times New Roman"/>
              </a:rPr>
              <a:t>order_count</a:t>
            </a:r>
            <a:r>
              <a:rPr lang="en-US" sz="1700">
                <a:latin typeface="Times New Roman"/>
              </a:rPr>
              <a:t>.</a:t>
            </a:r>
          </a:p>
          <a:p>
            <a:pPr lvl="1"/>
            <a:r>
              <a:rPr lang="en-US" sz="1700">
                <a:latin typeface="Times New Roman"/>
              </a:rPr>
              <a:t>Joins: </a:t>
            </a:r>
            <a:r>
              <a:rPr lang="en-US" sz="1700" err="1">
                <a:latin typeface="Times New Roman"/>
              </a:rPr>
              <a:t>OrderProduct</a:t>
            </a:r>
            <a:r>
              <a:rPr lang="en-US" sz="1700">
                <a:latin typeface="Times New Roman"/>
              </a:rPr>
              <a:t> → Product.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Real Text Pr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1A027-EAD6-E7D1-CAA2-74070476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TimesNewRomanPS-BoldMT"/>
              </a:rPr>
              <a:t>View 3 – </a:t>
            </a:r>
            <a:r>
              <a:rPr lang="en-US" sz="3000" b="1" err="1">
                <a:latin typeface="TimesNewRomanPS-BoldMT"/>
              </a:rPr>
              <a:t>vProductSalesSummary</a:t>
            </a:r>
            <a:endParaRPr lang="en-US" sz="3000" err="1">
              <a:latin typeface="TimesNewRomanPS-Bold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A3116-E41F-5958-88DE-E0692E7D8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93B31-1449-FE00-41EF-36CF5EA0E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392" y="2866367"/>
            <a:ext cx="5179630" cy="368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5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C05ED-0083-CF21-A50E-D2AC396F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3DB967-0AEE-B16C-C62C-447D765F9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000"/>
            <a:ext cx="9834349" cy="4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latin typeface="Times New Roman"/>
                <a:cs typeface="Times New Roman"/>
              </a:rPr>
              <a:t>Bullets：</a:t>
            </a:r>
            <a:endParaRPr lang="en-US" sz="1800">
              <a:latin typeface="Times New Roman"/>
              <a:cs typeface="Times New Roman"/>
            </a:endParaRPr>
          </a:p>
          <a:p>
            <a:pPr lvl="1"/>
            <a:r>
              <a:rPr lang="en-US" sz="1800">
                <a:latin typeface="Times New Roman"/>
                <a:cs typeface="Times New Roman"/>
              </a:rPr>
              <a:t>Purpose: </a:t>
            </a:r>
            <a:r>
              <a:rPr lang="en-US" sz="1800">
                <a:latin typeface="Times New Roman"/>
                <a:cs typeface="Arial"/>
              </a:rPr>
              <a:t>show </a:t>
            </a:r>
            <a:r>
              <a:rPr lang="en-US" sz="1700">
                <a:latin typeface="Times New Roman"/>
                <a:cs typeface="Arial"/>
              </a:rPr>
              <a:t>product</a:t>
            </a:r>
            <a:r>
              <a:rPr lang="en-US" sz="1800">
                <a:latin typeface="Times New Roman"/>
                <a:cs typeface="Arial"/>
              </a:rPr>
              <a:t>-level sales performance, including total quantity sold, revenue, and number of orders per product.</a:t>
            </a:r>
          </a:p>
          <a:p>
            <a:pPr lvl="1"/>
            <a:r>
              <a:rPr lang="en-US" sz="1800">
                <a:latin typeface="Times New Roman"/>
                <a:cs typeface="Times New Roman"/>
              </a:rPr>
              <a:t>Columns: </a:t>
            </a:r>
            <a:r>
              <a:rPr lang="en-US" sz="1800" err="1">
                <a:latin typeface="Times New Roman"/>
                <a:cs typeface="Arial"/>
              </a:rPr>
              <a:t>product_id</a:t>
            </a:r>
            <a:r>
              <a:rPr lang="en-US" sz="1800">
                <a:latin typeface="Times New Roman"/>
                <a:cs typeface="Arial"/>
              </a:rPr>
              <a:t>, </a:t>
            </a:r>
            <a:r>
              <a:rPr lang="en-US" sz="1800" err="1">
                <a:latin typeface="Times New Roman"/>
                <a:cs typeface="Arial"/>
              </a:rPr>
              <a:t>product_name</a:t>
            </a:r>
            <a:r>
              <a:rPr lang="en-US" sz="1800">
                <a:latin typeface="Times New Roman"/>
                <a:cs typeface="Arial"/>
              </a:rPr>
              <a:t>, </a:t>
            </a:r>
            <a:r>
              <a:rPr lang="en-US" sz="1800" err="1">
                <a:latin typeface="Times New Roman"/>
                <a:cs typeface="Arial"/>
              </a:rPr>
              <a:t>total_quantity_sold</a:t>
            </a:r>
            <a:r>
              <a:rPr lang="en-US" sz="1800">
                <a:latin typeface="Times New Roman"/>
                <a:cs typeface="Arial"/>
              </a:rPr>
              <a:t>, </a:t>
            </a:r>
            <a:r>
              <a:rPr lang="en-US" sz="1800" err="1">
                <a:latin typeface="Times New Roman"/>
                <a:cs typeface="Arial"/>
              </a:rPr>
              <a:t>total_revenue</a:t>
            </a:r>
            <a:r>
              <a:rPr lang="en-US" sz="1800">
                <a:latin typeface="Times New Roman"/>
                <a:cs typeface="Arial"/>
              </a:rPr>
              <a:t>, </a:t>
            </a:r>
            <a:r>
              <a:rPr lang="en-US" sz="1800" err="1">
                <a:latin typeface="Times New Roman"/>
                <a:cs typeface="Arial"/>
              </a:rPr>
              <a:t>order_count</a:t>
            </a:r>
            <a:r>
              <a:rPr lang="en-US" sz="1800">
                <a:latin typeface="Times New Roman"/>
                <a:cs typeface="Arial"/>
              </a:rPr>
              <a:t>.</a:t>
            </a:r>
          </a:p>
          <a:p>
            <a:pPr lvl="1"/>
            <a:r>
              <a:rPr lang="en-US" sz="1800">
                <a:latin typeface="Times New Roman"/>
                <a:cs typeface="Times New Roman"/>
              </a:rPr>
              <a:t>Joins: </a:t>
            </a:r>
            <a:r>
              <a:rPr lang="en-US" sz="1800" err="1">
                <a:latin typeface="Times New Roman"/>
                <a:cs typeface="Arial"/>
              </a:rPr>
              <a:t>OrderProduct</a:t>
            </a:r>
            <a:r>
              <a:rPr lang="en-US" sz="1800">
                <a:latin typeface="Times New Roman"/>
                <a:cs typeface="Arial"/>
              </a:rPr>
              <a:t> → Product.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E0827-0F48-F2BA-C746-981CD6C03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D0F43-56DF-2A43-3A64-DBB64DAF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1" y="2902386"/>
            <a:ext cx="8413532" cy="3323462"/>
          </a:xfrm>
          <a:prstGeom prst="rect">
            <a:avLst/>
          </a:prstGeom>
        </p:spPr>
      </p:pic>
      <p:sp>
        <p:nvSpPr>
          <p:cNvPr id="15" name="Title 2">
            <a:extLst>
              <a:ext uri="{FF2B5EF4-FFF2-40B4-BE49-F238E27FC236}">
                <a16:creationId xmlns:a16="http://schemas.microsoft.com/office/drawing/2014/main" id="{BE29ED75-EAEE-9DC2-6FD9-CD68B34B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419"/>
            <a:ext cx="10515600" cy="1325563"/>
          </a:xfrm>
        </p:spPr>
        <p:txBody>
          <a:bodyPr/>
          <a:lstStyle/>
          <a:p>
            <a:r>
              <a:rPr lang="en-US" sz="3000">
                <a:latin typeface="TimesNewRomanPS-BoldMT"/>
              </a:rPr>
              <a:t>View 3 – </a:t>
            </a:r>
            <a:r>
              <a:rPr lang="en-US" sz="3000" b="1" err="1">
                <a:latin typeface="TimesNewRomanPS-BoldMT"/>
              </a:rPr>
              <a:t>vProductSalesSummary</a:t>
            </a:r>
            <a:endParaRPr lang="en-US" sz="3000" err="1">
              <a:latin typeface="TimesNewRomanPS-BoldMT"/>
            </a:endParaRPr>
          </a:p>
        </p:txBody>
      </p:sp>
    </p:spTree>
    <p:extLst>
      <p:ext uri="{BB962C8B-B14F-4D97-AF65-F5344CB8AC3E}">
        <p14:creationId xmlns:p14="http://schemas.microsoft.com/office/powerpoint/2010/main" val="3355606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2466-21D0-C55A-5A39-B9E42D3E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3D1A49-247A-72C0-FD06-B51E8D08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err="1">
                <a:latin typeface="TimesNewRomanPS-BoldMT"/>
              </a:rPr>
              <a:t>Visualizations_Tableau</a:t>
            </a:r>
            <a:endParaRPr lang="en-US" sz="3000">
              <a:latin typeface="TimesNewRomanPS-Bold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0D0E1-7C8E-9F32-6F13-1C0138D05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D01BE1-280E-C1EB-4E10-46CC88AE6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1560" y="2701240"/>
            <a:ext cx="3404111" cy="1811124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0C5F14-3C12-5CE9-3C9D-1234FD0B0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2" y="2699709"/>
            <a:ext cx="2996394" cy="1907410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339988-BAA8-258F-CD80-B7C9CB1E748F}"/>
              </a:ext>
            </a:extLst>
          </p:cNvPr>
          <p:cNvSpPr txBox="1"/>
          <p:nvPr/>
        </p:nvSpPr>
        <p:spPr>
          <a:xfrm>
            <a:off x="482958" y="1422040"/>
            <a:ext cx="341290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WHERE: Warehouse Distribution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Balanced allocation across locations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Minimizes concentration risk </a:t>
            </a:r>
            <a:endParaRPr lang="en-US" sz="1600">
              <a:latin typeface="Times New Roman"/>
              <a:ea typeface="+mn-lt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37319-EB08-B3EA-7994-26D20E599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219" y="2345921"/>
            <a:ext cx="3417866" cy="2605021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400CBA-2D68-B9A2-FA5F-742FFCC540F2}"/>
              </a:ext>
            </a:extLst>
          </p:cNvPr>
          <p:cNvSpPr txBox="1"/>
          <p:nvPr/>
        </p:nvSpPr>
        <p:spPr>
          <a:xfrm>
            <a:off x="4196887" y="1422042"/>
            <a:ext cx="315532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HOW: Efficiency Analysis</a:t>
            </a:r>
          </a:p>
          <a:p>
            <a:r>
              <a:rPr lang="en-US" sz="1400">
                <a:latin typeface="Times New Roman"/>
                <a:cs typeface="Times New Roman"/>
              </a:rPr>
              <a:t> • Four-quadrant framework </a:t>
            </a:r>
          </a:p>
          <a:p>
            <a:r>
              <a:rPr lang="en-US" sz="1400">
                <a:latin typeface="Times New Roman"/>
                <a:cs typeface="Times New Roman"/>
              </a:rPr>
              <a:t>• Identifies optimization opportunities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BC10-E7DD-106F-51AE-2EABEC7DE0AC}"/>
              </a:ext>
            </a:extLst>
          </p:cNvPr>
          <p:cNvSpPr txBox="1"/>
          <p:nvPr/>
        </p:nvSpPr>
        <p:spPr>
          <a:xfrm>
            <a:off x="7804140" y="1424033"/>
            <a:ext cx="369838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WHAT: Product Value Ranking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High value concentration in top products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Enables focused management 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B99BA-636B-C70B-30A6-EBF4B15D81DC}"/>
              </a:ext>
            </a:extLst>
          </p:cNvPr>
          <p:cNvSpPr txBox="1"/>
          <p:nvPr/>
        </p:nvSpPr>
        <p:spPr>
          <a:xfrm>
            <a:off x="1136554" y="5493151"/>
            <a:ext cx="8667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Key Insight: Multi-dimensional analysis supports data-driven inventory decisions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9333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B198-150F-F787-1CFC-97B67D6E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D7E706-6E49-5DD8-4661-898D11B9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err="1">
                <a:latin typeface="TimesNewRomanPS-BoldMT"/>
              </a:rPr>
              <a:t>Visualizations_Power</a:t>
            </a:r>
            <a:r>
              <a:rPr lang="en-US" sz="3000">
                <a:latin typeface="TimesNewRomanPS-BoldMT"/>
              </a:rPr>
              <a:t> BI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35FE-D55F-7B8C-4ECD-FCEAFF9BC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F52A08-021A-611D-32E8-AD8FA61D6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1084"/>
            <a:ext cx="6202276" cy="3943744"/>
          </a:xfrm>
          <a:prstGeom prst="rect">
            <a:avLst/>
          </a:prstGeom>
        </p:spPr>
      </p:pic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608143F3-A880-BEEA-92D5-6AE9B734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5770" y="1451084"/>
            <a:ext cx="4378036" cy="17343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err="1">
                <a:latin typeface="Real Text Pro"/>
              </a:rPr>
              <a:t>OntimeRate</a:t>
            </a:r>
            <a:r>
              <a:rPr lang="en-US" sz="1800">
                <a:latin typeface="Real Text Pro"/>
              </a:rPr>
              <a:t> in </a:t>
            </a:r>
            <a:r>
              <a:rPr lang="en-US" sz="1800" err="1">
                <a:latin typeface="Real Text Pro"/>
              </a:rPr>
              <a:t>dfferent</a:t>
            </a:r>
            <a:r>
              <a:rPr lang="en-US" sz="1800">
                <a:latin typeface="Real Text Pro"/>
              </a:rPr>
              <a:t> Carriers</a:t>
            </a:r>
          </a:p>
          <a:p>
            <a:r>
              <a:rPr lang="en-US" sz="1800" err="1">
                <a:latin typeface="Real Text Pro"/>
              </a:rPr>
              <a:t>Delivery_status:Created</a:t>
            </a:r>
            <a:r>
              <a:rPr lang="en-US" sz="1800">
                <a:latin typeface="Real Text Pro"/>
              </a:rPr>
              <a:t>/Delivered/Transit</a:t>
            </a:r>
          </a:p>
          <a:p>
            <a:r>
              <a:rPr lang="en-US" sz="1800">
                <a:latin typeface="Times New Roman"/>
              </a:rPr>
              <a:t>Occupation</a:t>
            </a:r>
            <a:r>
              <a:rPr lang="en-US" sz="1800">
                <a:latin typeface="Real Text Pro"/>
              </a:rPr>
              <a:t> by </a:t>
            </a:r>
            <a:r>
              <a:rPr lang="en-US" sz="1800" err="1">
                <a:latin typeface="Real Text Pro"/>
              </a:rPr>
              <a:t>total_amount</a:t>
            </a:r>
            <a:r>
              <a:rPr lang="en-US" sz="1800">
                <a:latin typeface="Real Text Pro"/>
              </a:rPr>
              <a:t> by city</a:t>
            </a:r>
          </a:p>
          <a:p>
            <a:r>
              <a:rPr lang="en-US" sz="1800">
                <a:latin typeface="Real Text Pro"/>
              </a:rPr>
              <a:t>Customer Count by City</a:t>
            </a: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21518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D770-AD3F-2D58-E248-041898C4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5F0509-60D9-252A-985B-91FAA298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err="1">
                <a:latin typeface="TimesNewRomanPS-BoldMT"/>
              </a:rPr>
              <a:t>Visualizations_Power</a:t>
            </a:r>
            <a:r>
              <a:rPr lang="en-US" sz="3000">
                <a:latin typeface="TimesNewRomanPS-BoldMT"/>
              </a:rPr>
              <a:t> BI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4DB7F-4A43-8C41-84E1-D87968EDC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E50F9-41A0-5032-1039-A3A8E43611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82"/>
          <a:stretch/>
        </p:blipFill>
        <p:spPr>
          <a:xfrm>
            <a:off x="732871" y="1394023"/>
            <a:ext cx="10620929" cy="2549128"/>
          </a:xfrm>
          <a:prstGeom prst="rect">
            <a:avLst/>
          </a:prstGeom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B932597-9CED-FBE0-3805-E7216B4AC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71" y="4081410"/>
            <a:ext cx="4378036" cy="7521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X-axis – carrier</a:t>
            </a:r>
          </a:p>
          <a:p>
            <a:r>
              <a:rPr lang="en-US" sz="1800"/>
              <a:t>Y-axis -- OnTimeRate_3Days_PerCarrier</a:t>
            </a:r>
          </a:p>
          <a:p>
            <a:endParaRPr lang="en-US" sz="1800"/>
          </a:p>
          <a:p>
            <a:endParaRPr lang="en-US" sz="180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E655A802-883B-8D50-CC42-B169C53EE543}"/>
              </a:ext>
            </a:extLst>
          </p:cNvPr>
          <p:cNvSpPr txBox="1">
            <a:spLocks/>
          </p:cNvSpPr>
          <p:nvPr/>
        </p:nvSpPr>
        <p:spPr>
          <a:xfrm>
            <a:off x="6882372" y="4862576"/>
            <a:ext cx="3249180" cy="1693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OnTimeRate_3Days_PerCarrier = </a:t>
            </a:r>
          </a:p>
          <a:p>
            <a:pPr marL="0" indent="0">
              <a:buNone/>
            </a:pPr>
            <a:r>
              <a:rPr lang="en-US" sz="1400" b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[OnTimeShipments_3Days_PerCarrier]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err="1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TotalShipments_PerCarrier</a:t>
            </a:r>
            <a:r>
              <a:rPr lang="en-US" sz="1400" b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8C467-D5A3-3726-3287-96885680AC43}"/>
              </a:ext>
            </a:extLst>
          </p:cNvPr>
          <p:cNvSpPr txBox="1"/>
          <p:nvPr/>
        </p:nvSpPr>
        <p:spPr>
          <a:xfrm>
            <a:off x="377190" y="4862576"/>
            <a:ext cx="2743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OnTimeShipments_3Days_PerCarrier = </a:t>
            </a:r>
          </a:p>
          <a:p>
            <a:r>
              <a:rPr lang="en-US" sz="1400" b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COUNTROWS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Shipment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),</a:t>
            </a: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Shipment[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TransportDays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F310B3-8A89-F0CA-4953-53DC94C779A4}"/>
              </a:ext>
            </a:extLst>
          </p:cNvPr>
          <p:cNvSpPr txBox="1"/>
          <p:nvPr/>
        </p:nvSpPr>
        <p:spPr>
          <a:xfrm>
            <a:off x="3565772" y="4862576"/>
            <a:ext cx="32491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TotalShipments_PerCarrier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sz="1400" b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COUNTROWS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Shipment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576190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74EA-5769-9146-120B-46D4D7B1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F89EB6-6ACA-F3DC-DEC0-D23F8C13B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err="1">
                <a:latin typeface="TimesNewRomanPS-BoldMT"/>
              </a:rPr>
              <a:t>Visualizations_Power</a:t>
            </a:r>
            <a:r>
              <a:rPr lang="en-US" sz="3000">
                <a:latin typeface="TimesNewRomanPS-BoldMT"/>
              </a:rPr>
              <a:t> BI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4850F-3152-0E9A-3277-A494C9E32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215DAB-B3EC-64D5-9DD3-9B2E4C88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44" y="1420110"/>
            <a:ext cx="8589264" cy="24954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BE8D17-42EB-F259-ACEA-F2F4D62B1BFF}"/>
              </a:ext>
            </a:extLst>
          </p:cNvPr>
          <p:cNvSpPr txBox="1"/>
          <p:nvPr/>
        </p:nvSpPr>
        <p:spPr>
          <a:xfrm>
            <a:off x="7139953" y="386005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Customer Count = </a:t>
            </a:r>
          </a:p>
          <a:p>
            <a:r>
              <a:rPr lang="en-US" b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DISTINCTCOUNT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Customer[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customer_id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24F848-1DB9-5B0C-CF75-7C7CD4E8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06" y="3860052"/>
            <a:ext cx="2625496" cy="2678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C531C9-2BF1-B9E1-674E-7FF87BA85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98" y="3968448"/>
            <a:ext cx="3924493" cy="24954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F387ED-75EC-52D2-7896-3E2732C516A3}"/>
              </a:ext>
            </a:extLst>
          </p:cNvPr>
          <p:cNvSpPr/>
          <p:nvPr/>
        </p:nvSpPr>
        <p:spPr>
          <a:xfrm>
            <a:off x="4377106" y="6217920"/>
            <a:ext cx="1822526" cy="293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AD9333-4690-1B03-A3EE-EF464761B2FB}"/>
              </a:ext>
            </a:extLst>
          </p:cNvPr>
          <p:cNvSpPr/>
          <p:nvPr/>
        </p:nvSpPr>
        <p:spPr>
          <a:xfrm>
            <a:off x="234338" y="5291110"/>
            <a:ext cx="881230" cy="990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675867-B1B8-9EF7-1432-49393ACD5EB3}"/>
              </a:ext>
            </a:extLst>
          </p:cNvPr>
          <p:cNvSpPr/>
          <p:nvPr/>
        </p:nvSpPr>
        <p:spPr>
          <a:xfrm>
            <a:off x="1425282" y="5567593"/>
            <a:ext cx="1153325" cy="7887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803C63-B3D3-238D-68DD-7AB8D33B7590}"/>
              </a:ext>
            </a:extLst>
          </p:cNvPr>
          <p:cNvSpPr/>
          <p:nvPr/>
        </p:nvSpPr>
        <p:spPr>
          <a:xfrm>
            <a:off x="2815087" y="5526866"/>
            <a:ext cx="1153325" cy="829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36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5671-CBD3-AD47-8B62-5DCAF83D09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>
                <a:solidFill>
                  <a:srgbClr val="C00000"/>
                </a:solidFill>
              </a:rPr>
              <a:t>Q</a:t>
            </a:r>
            <a:r>
              <a:rPr lang="zh-CN" altLang="en-US" sz="8800" b="1">
                <a:solidFill>
                  <a:srgbClr val="C00000"/>
                </a:solidFill>
              </a:rPr>
              <a:t> </a:t>
            </a:r>
            <a:r>
              <a:rPr lang="en-US" altLang="zh-CN" sz="8800" b="1">
                <a:solidFill>
                  <a:srgbClr val="C00000"/>
                </a:solidFill>
              </a:rPr>
              <a:t>&amp;</a:t>
            </a:r>
            <a:r>
              <a:rPr lang="zh-CN" altLang="en-US" sz="8800" b="1">
                <a:solidFill>
                  <a:srgbClr val="C00000"/>
                </a:solidFill>
              </a:rPr>
              <a:t> </a:t>
            </a:r>
            <a:r>
              <a:rPr lang="en-US" altLang="zh-CN" sz="8800" b="1">
                <a:solidFill>
                  <a:srgbClr val="C00000"/>
                </a:solidFill>
              </a:rPr>
              <a:t>A</a:t>
            </a:r>
            <a:endParaRPr lang="en-US" sz="8800" b="1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33A91-77EC-4E41-A24E-40EDA57C2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Tha</a:t>
            </a:r>
            <a:r>
              <a:rPr lang="en-US" altLang="zh-CN" b="1"/>
              <a:t>nk</a:t>
            </a:r>
            <a:r>
              <a:rPr lang="zh-CN" altLang="en-US" b="1"/>
              <a:t> </a:t>
            </a:r>
            <a:r>
              <a:rPr lang="en-US" altLang="zh-CN" b="1"/>
              <a:t>you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0568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E-Commerce  Logistics and Statement Management System</vt:lpstr>
      <vt:lpstr>Agenda</vt:lpstr>
      <vt:lpstr>Database Purpose</vt:lpstr>
      <vt:lpstr>Business Problems Addressed</vt:lpstr>
      <vt:lpstr>Business Rules</vt:lpstr>
      <vt:lpstr>Final ERD Overview</vt:lpstr>
      <vt:lpstr>Key Entities : Order Processing</vt:lpstr>
      <vt:lpstr>Key Entities : Product &amp; Inventory</vt:lpstr>
      <vt:lpstr>Key Entities : Customer &amp; Address Management</vt:lpstr>
      <vt:lpstr>Key Entities : Shipping &amp; Logistics</vt:lpstr>
      <vt:lpstr>Key Entities : Billing, Payments &amp; Reporting</vt:lpstr>
      <vt:lpstr>Final ERD Overview</vt:lpstr>
      <vt:lpstr>Database Implementation (SQL DDL)</vt:lpstr>
      <vt:lpstr>Advanced Data Integrity &amp; Security</vt:lpstr>
      <vt:lpstr>Reporting Views for Analytics</vt:lpstr>
      <vt:lpstr>View 1 – vOrderSummary</vt:lpstr>
      <vt:lpstr>View 1 – vOrderSummary</vt:lpstr>
      <vt:lpstr>View 2 – vInventoryStatus</vt:lpstr>
      <vt:lpstr>View 2 – vInventoryStatus</vt:lpstr>
      <vt:lpstr>View 3 – vProductSalesSummary</vt:lpstr>
      <vt:lpstr>View 3 – vProductSalesSummary</vt:lpstr>
      <vt:lpstr>Visualizations_Tableau</vt:lpstr>
      <vt:lpstr>Visualizations_Power BI</vt:lpstr>
      <vt:lpstr>Visualizations_Power BI</vt:lpstr>
      <vt:lpstr>Visualizations_Power BI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Xingguang Chen</dc:creator>
  <cp:revision>1</cp:revision>
  <dcterms:created xsi:type="dcterms:W3CDTF">2025-11-25T01:22:29Z</dcterms:created>
  <dcterms:modified xsi:type="dcterms:W3CDTF">2025-12-05T04:51:38Z</dcterms:modified>
</cp:coreProperties>
</file>